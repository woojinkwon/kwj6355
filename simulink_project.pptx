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374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66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1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66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rgbClr val="000099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cxnSp>
        <p:nvCxnSpPr>
          <p:cNvPr id="12" name="직선 연결선 11"/>
          <p:cNvCxnSpPr/>
          <p:nvPr/>
        </p:nvCxnSpPr>
        <p:spPr>
          <a:xfrm>
            <a:off x="6300192" y="3933935"/>
            <a:ext cx="0" cy="2303379"/>
          </a:xfrm>
          <a:prstGeom prst="line">
            <a:avLst/>
          </a:prstGeom>
          <a:ln w="15875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2003201\Downloads\Work\CW\logo png\symbol+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5" y="1268761"/>
            <a:ext cx="3510457" cy="584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41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9734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3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19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140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257697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/>
            </a:lvl1pPr>
            <a:lvl2pPr>
              <a:defRPr lang="ko-KR" altLang="en-US" dirty="0" smtClean="0"/>
            </a:lvl2pPr>
            <a:lvl3pPr>
              <a:defRPr lang="ko-KR" altLang="en-US" dirty="0" smtClean="0"/>
            </a:lvl3pPr>
            <a:lvl4pPr>
              <a:defRPr lang="ko-KR" altLang="en-US" dirty="0" smtClean="0"/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3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/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2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rgbClr val="000CF2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96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16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135"/>
          <p:cNvSpPr txBox="1"/>
          <p:nvPr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/>
        </p:nvSpPr>
        <p:spPr>
          <a:xfrm>
            <a:off x="5748345" y="5063464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/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606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/>
        </p:nvSpPr>
        <p:spPr>
          <a:xfrm>
            <a:off x="1263650" y="2714630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rgbClr val="333399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/>
          </a:p>
        </p:txBody>
      </p:sp>
      <p:pic>
        <p:nvPicPr>
          <p:cNvPr id="5" name="Shape 134" descr="줄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062163" y="3581400"/>
            <a:ext cx="5867400" cy="8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3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864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7419D33-7494-40C4-AC0B-AE730A9A4A91}" type="datetimeFigureOut">
              <a:rPr lang="ko-KR" altLang="en-US" smtClean="0"/>
              <a:t>2019-12-31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1478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35496" y="9966"/>
            <a:ext cx="9108504" cy="6832288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연결선 27"/>
          <p:cNvCxnSpPr/>
          <p:nvPr userDrawn="1"/>
        </p:nvCxnSpPr>
        <p:spPr>
          <a:xfrm>
            <a:off x="6315433" y="3933056"/>
            <a:ext cx="0" cy="2160242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텍스트 개체 틀 13"/>
          <p:cNvSpPr>
            <a:spLocks noGrp="1"/>
          </p:cNvSpPr>
          <p:nvPr>
            <p:ph type="body" sz="quarter" idx="11" hasCustomPrompt="1"/>
          </p:nvPr>
        </p:nvSpPr>
        <p:spPr>
          <a:xfrm>
            <a:off x="6395586" y="4005070"/>
            <a:ext cx="2640910" cy="2189699"/>
          </a:xfrm>
        </p:spPr>
        <p:txBody>
          <a:bodyPr/>
          <a:lstStyle>
            <a:lvl1pPr marL="0" indent="0">
              <a:buNone/>
              <a:defRPr lang="ko-KR" altLang="en-US" sz="1800" b="0" kern="1200" dirty="0" smtClean="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1pPr>
            <a:lvl2pPr marL="455612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2pPr>
            <a:lvl3pPr marL="9144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3pPr>
            <a:lvl4pPr marL="1371600" indent="0">
              <a:buNone/>
              <a:defRPr lang="ko-KR" altLang="en-US" sz="1100" kern="1200" dirty="0" smtClean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4pPr>
            <a:lvl5pPr>
              <a:defRPr lang="ko-KR" altLang="en-US" sz="1100" kern="1200" dirty="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  <a:cs typeface="+mn-cs"/>
              </a:defRPr>
            </a:lvl5pPr>
          </a:lstStyle>
          <a:p>
            <a:pPr lvl="0"/>
            <a:r>
              <a:rPr lang="ko-KR" altLang="en-US" dirty="0" smtClean="0"/>
              <a:t>목차 </a:t>
            </a:r>
            <a:r>
              <a:rPr lang="en-US" altLang="ko-KR" dirty="0" smtClean="0"/>
              <a:t>1</a:t>
            </a:r>
            <a:endParaRPr lang="ko-KR" altLang="en-US" dirty="0" smtClean="0"/>
          </a:p>
        </p:txBody>
      </p:sp>
      <p:sp>
        <p:nvSpPr>
          <p:cNvPr id="13" name="텍스트 개체 틀 11"/>
          <p:cNvSpPr>
            <a:spLocks noGrp="1"/>
          </p:cNvSpPr>
          <p:nvPr>
            <p:ph type="body" sz="quarter" idx="10" hasCustomPrompt="1"/>
          </p:nvPr>
        </p:nvSpPr>
        <p:spPr>
          <a:xfrm>
            <a:off x="539552" y="3963970"/>
            <a:ext cx="5688632" cy="569219"/>
          </a:xfrm>
        </p:spPr>
        <p:txBody>
          <a:bodyPr/>
          <a:lstStyle>
            <a:lvl1pPr marL="0" indent="0" algn="r">
              <a:buNone/>
              <a:defRPr lang="ko-KR" altLang="en-US" sz="2000" b="1" kern="1200" dirty="0" smtClean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n-cs"/>
              </a:defRPr>
            </a:lvl1pPr>
          </a:lstStyle>
          <a:p>
            <a:pPr lvl="0"/>
            <a:r>
              <a:rPr lang="ko-KR" altLang="en-US" dirty="0" smtClean="0"/>
              <a:t>제목 </a:t>
            </a:r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5" name="직사각형 14"/>
          <p:cNvSpPr/>
          <p:nvPr userDrawn="1"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 userDrawn="1"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Shape 22"/>
          <p:cNvSpPr txBox="1"/>
          <p:nvPr userDrawn="1"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  <p:pic>
        <p:nvPicPr>
          <p:cNvPr id="2050" name="Picture 2" descr="C:\Users\2003201\Downloads\Work\CW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197" y="1268760"/>
            <a:ext cx="3510457" cy="587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679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4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pic>
        <p:nvPicPr>
          <p:cNvPr id="7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212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Sub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772237"/>
            <a:ext cx="9144000" cy="864961"/>
          </a:xfrm>
        </p:spPr>
        <p:txBody>
          <a:bodyPr anchor="ctr"/>
          <a:lstStyle>
            <a:lvl1pPr algn="ctr">
              <a:lnSpc>
                <a:spcPts val="4498"/>
              </a:lnSpc>
              <a:defRPr sz="4500" spc="-15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sp>
        <p:nvSpPr>
          <p:cNvPr id="10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154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sz="half" idx="10"/>
          </p:nvPr>
        </p:nvSpPr>
        <p:spPr>
          <a:xfrm>
            <a:off x="179513" y="736601"/>
            <a:ext cx="8482356" cy="5387542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1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sp>
        <p:nvSpPr>
          <p:cNvPr id="11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1386F3-A587-4026-92F9-58CD840FC4C1}" type="slidenum">
              <a:rPr lang="ko-KR" altLang="en-US" sz="1000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cxnSp>
        <p:nvCxnSpPr>
          <p:cNvPr id="14" name="직선 연결선 13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584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Title &amp; contents &amp;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0" y="6491423"/>
            <a:ext cx="9144000" cy="377692"/>
          </a:xfrm>
          <a:prstGeom prst="rect">
            <a:avLst/>
          </a:prstGeom>
        </p:spPr>
        <p:txBody>
          <a:bodyPr lIns="91435" tIns="45717" rIns="91435" bIns="45717" anchor="ctr"/>
          <a:lstStyle>
            <a:lvl1pPr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Univers Com 45 Light"/>
                <a:ea typeface="맑은 고딕" pitchFamily="50" charset="-127"/>
              </a:defRPr>
            </a:lvl9pPr>
          </a:lstStyle>
          <a:p>
            <a:pPr algn="ctr" latinLnBrk="0"/>
            <a:fld id="{F47D902D-36B8-44A0-ACE6-30B2D1D590DA}" type="slidenum">
              <a:rPr kumimoji="0" lang="en-US" altLang="ko-KR" sz="1200" b="0">
                <a:solidFill>
                  <a:srgbClr val="000099"/>
                </a:solidFill>
                <a:latin typeface="Arial" panose="020B0604020202020204" pitchFamily="34" charset="0"/>
                <a:ea typeface="Univers LT Std 45 Light"/>
                <a:cs typeface="Arial" panose="020B0604020202020204" pitchFamily="34" charset="0"/>
              </a:rPr>
              <a:pPr algn="ctr" latinLnBrk="0"/>
              <a:t>‹#›</a:t>
            </a:fld>
            <a:endParaRPr kumimoji="0" lang="en-US" altLang="ko-KR" sz="1200" b="0" dirty="0">
              <a:solidFill>
                <a:srgbClr val="000099"/>
              </a:solidFill>
              <a:latin typeface="Arial" panose="020B0604020202020204" pitchFamily="34" charset="0"/>
              <a:ea typeface="Univers LT Std 45 Light"/>
              <a:cs typeface="Arial" panose="020B0604020202020204" pitchFamily="34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noFill/>
          <a:ln w="19050"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>
            <a:lvl1pPr>
              <a:defRPr lang="ko-KR" altLang="en-US" sz="2000" dirty="0" smtClean="0">
                <a:solidFill>
                  <a:schemeClr val="bg1"/>
                </a:solidFill>
              </a:defRPr>
            </a:lvl1pPr>
            <a:lvl2pPr>
              <a:defRPr lang="ko-KR" altLang="en-US" dirty="0" smtClean="0">
                <a:solidFill>
                  <a:schemeClr val="bg1"/>
                </a:solidFill>
              </a:defRPr>
            </a:lvl2pPr>
            <a:lvl3pPr>
              <a:defRPr lang="ko-KR" altLang="en-US" dirty="0" smtClean="0">
                <a:solidFill>
                  <a:schemeClr val="bg1"/>
                </a:solidFill>
              </a:defRPr>
            </a:lvl3pPr>
            <a:lvl4pPr>
              <a:defRPr lang="ko-KR" altLang="en-US" dirty="0" smtClean="0">
                <a:solidFill>
                  <a:schemeClr val="bg1"/>
                </a:solidFill>
              </a:defRPr>
            </a:lvl4pPr>
          </a:lstStyle>
          <a:p>
            <a:pPr lvl="0">
              <a:lnSpc>
                <a:spcPct val="120000"/>
              </a:lnSpc>
              <a:buSzPct val="100000"/>
            </a:pPr>
            <a:r>
              <a:rPr lang="ko-KR" altLang="en-US" smtClean="0"/>
              <a:t>마스터 텍스트 스타일을 편집합니다</a:t>
            </a:r>
          </a:p>
          <a:p>
            <a:pPr lvl="1">
              <a:lnSpc>
                <a:spcPct val="120000"/>
              </a:lnSpc>
              <a:buSzPct val="100000"/>
            </a:pPr>
            <a:r>
              <a:rPr lang="ko-KR" altLang="en-US" smtClean="0"/>
              <a:t>둘째 수준</a:t>
            </a:r>
          </a:p>
          <a:p>
            <a:pPr lvl="2">
              <a:lnSpc>
                <a:spcPct val="120000"/>
              </a:lnSpc>
              <a:buSzPct val="100000"/>
            </a:pPr>
            <a:r>
              <a:rPr lang="ko-KR" altLang="en-US" smtClean="0"/>
              <a:t>셋째 수준</a:t>
            </a:r>
          </a:p>
          <a:p>
            <a:pPr lvl="3">
              <a:lnSpc>
                <a:spcPct val="120000"/>
              </a:lnSpc>
              <a:buSzPct val="100000"/>
            </a:pPr>
            <a:r>
              <a:rPr lang="ko-KR" altLang="en-US" smtClean="0"/>
              <a:t>넷째 수준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슬라이드 번호 개체 틀 1"/>
          <p:cNvSpPr txBox="1">
            <a:spLocks/>
          </p:cNvSpPr>
          <p:nvPr userDrawn="1"/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ctr"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fld id="{631386F3-A587-4026-92F9-58CD840FC4C1}" type="slidenum">
              <a:rPr lang="ko-KR" altLang="en-US" smtClean="0"/>
              <a:pPr lvl="0"/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0" y="548680"/>
            <a:ext cx="9144000" cy="0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pic>
        <p:nvPicPr>
          <p:cNvPr id="1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6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CW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498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 userDrawn="1"/>
        </p:nvSpPr>
        <p:spPr>
          <a:xfrm>
            <a:off x="257698" y="836712"/>
            <a:ext cx="8634791" cy="540060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 userDrawn="1"/>
        </p:nvCxnSpPr>
        <p:spPr>
          <a:xfrm>
            <a:off x="251520" y="548680"/>
            <a:ext cx="8640960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836713"/>
            <a:ext cx="3528392" cy="286092"/>
          </a:xfrm>
          <a:prstGeom prst="rect">
            <a:avLst/>
          </a:prstGeom>
        </p:spPr>
      </p:pic>
      <p:sp>
        <p:nvSpPr>
          <p:cNvPr id="39" name="직사각형 38"/>
          <p:cNvSpPr/>
          <p:nvPr userDrawn="1"/>
        </p:nvSpPr>
        <p:spPr>
          <a:xfrm>
            <a:off x="262344" y="836712"/>
            <a:ext cx="8634791" cy="54006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Content Placeholder 2"/>
          <p:cNvSpPr>
            <a:spLocks noGrp="1"/>
          </p:cNvSpPr>
          <p:nvPr>
            <p:ph sz="half" idx="10"/>
          </p:nvPr>
        </p:nvSpPr>
        <p:spPr>
          <a:xfrm>
            <a:off x="257691" y="1122805"/>
            <a:ext cx="8634790" cy="5114508"/>
          </a:xfrm>
        </p:spPr>
        <p:txBody>
          <a:bodyPr/>
          <a:lstStyle>
            <a:lvl1pPr>
              <a:lnSpc>
                <a:spcPct val="160000"/>
              </a:lnSpc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>
              <a:lnSpc>
                <a:spcPct val="110000"/>
              </a:lnSpc>
              <a:defRPr sz="14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>
              <a:lnSpc>
                <a:spcPct val="110000"/>
              </a:lnSpc>
              <a:defRPr sz="11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>
              <a:defRPr sz="1400"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</p:txBody>
      </p:sp>
      <p:sp>
        <p:nvSpPr>
          <p:cNvPr id="42" name="텍스트 개체 틀 14"/>
          <p:cNvSpPr>
            <a:spLocks noGrp="1"/>
          </p:cNvSpPr>
          <p:nvPr>
            <p:ph type="body" sz="quarter" idx="11"/>
          </p:nvPr>
        </p:nvSpPr>
        <p:spPr>
          <a:xfrm>
            <a:off x="250835" y="838997"/>
            <a:ext cx="3313113" cy="28381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  <a:lvl2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2" name="텍스트 개체 틀 16"/>
          <p:cNvSpPr>
            <a:spLocks noGrp="1"/>
          </p:cNvSpPr>
          <p:nvPr>
            <p:ph type="body" sz="quarter" idx="12"/>
          </p:nvPr>
        </p:nvSpPr>
        <p:spPr>
          <a:xfrm>
            <a:off x="179388" y="6"/>
            <a:ext cx="8964612" cy="535981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Arial" panose="020B0604020202020204" pitchFamily="34" charset="0"/>
                <a:ea typeface="HY헤드라인M" pitchFamily="18" charset="-127"/>
                <a:cs typeface="Arial" panose="020B0604020202020204" pitchFamily="34" charset="0"/>
              </a:defRPr>
            </a:lvl1pPr>
            <a:lvl2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2pPr>
            <a:lvl3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3pPr>
            <a:lvl4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4pPr>
            <a:lvl5pPr>
              <a:defRPr sz="1300">
                <a:solidFill>
                  <a:srgbClr val="000CF2"/>
                </a:solidFill>
                <a:latin typeface="HY헤드라인M" pitchFamily="18" charset="-127"/>
                <a:ea typeface="HY헤드라인M" pitchFamily="18" charset="-127"/>
              </a:defRPr>
            </a:lvl5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13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pic>
        <p:nvPicPr>
          <p:cNvPr id="11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019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Shape 135"/>
          <p:cNvSpPr txBox="1"/>
          <p:nvPr userDrawn="1"/>
        </p:nvSpPr>
        <p:spPr>
          <a:xfrm>
            <a:off x="357188" y="3945467"/>
            <a:ext cx="8501062" cy="2269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support@control-works.co.kr</a:t>
            </a:r>
            <a:endParaRPr sz="1600" u="sng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Shape 136"/>
          <p:cNvSpPr txBox="1"/>
          <p:nvPr userDrawn="1"/>
        </p:nvSpPr>
        <p:spPr>
          <a:xfrm>
            <a:off x="5748345" y="5063468"/>
            <a:ext cx="3186043" cy="1235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Suite #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401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Eonju-ro 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81</a:t>
            </a:r>
            <a:r>
              <a:rPr lang="en-US" alt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ko-KR" sz="1100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gil</a:t>
            </a: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Gangnam-gu, Seoul 06222, Korea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Tel: +82-2-555-1231, Fax: +82-2-555-1274  </a:t>
            </a:r>
            <a:endParaRPr sz="1100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u="sng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http://www.control-works.co.kr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>
                <a:solidFill>
                  <a:schemeClr val="bg1"/>
                </a:solidFill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10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811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133"/>
          <p:cNvSpPr txBox="1"/>
          <p:nvPr userDrawn="1"/>
        </p:nvSpPr>
        <p:spPr>
          <a:xfrm>
            <a:off x="1263650" y="2714634"/>
            <a:ext cx="6172200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6000" b="1" i="1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9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altLang="ko-KR" smtClean="0"/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ko-KR" altLang="en-US" dirty="0"/>
          </a:p>
        </p:txBody>
      </p:sp>
      <p:pic>
        <p:nvPicPr>
          <p:cNvPr id="6" name="Picture 2" descr="E:\2. 견적서 작업\CW new LOGO\logo png\white 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88705" y="6536208"/>
            <a:ext cx="1547301" cy="25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8995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직사각형 18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1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20000"/>
              </a:lnSpc>
              <a:buSzPct val="100000"/>
            </a:pPr>
            <a:r>
              <a:rPr lang="en-US" altLang="ko-KR" dirty="0" smtClean="0"/>
              <a:t>Master text styles</a:t>
            </a:r>
          </a:p>
          <a:p>
            <a:pPr lvl="1">
              <a:lnSpc>
                <a:spcPct val="110000"/>
              </a:lnSpc>
            </a:pPr>
            <a:r>
              <a:rPr lang="en-US" altLang="ko-KR" dirty="0" smtClean="0"/>
              <a:t>Second level</a:t>
            </a:r>
          </a:p>
          <a:p>
            <a:pPr lvl="2">
              <a:lnSpc>
                <a:spcPct val="110000"/>
              </a:lnSpc>
            </a:pPr>
            <a:r>
              <a:rPr lang="en-US" altLang="ko-KR" dirty="0" smtClean="0"/>
              <a:t>Third level</a:t>
            </a:r>
          </a:p>
          <a:p>
            <a:pPr lvl="3">
              <a:lnSpc>
                <a:spcPct val="110000"/>
              </a:lnSpc>
            </a:pPr>
            <a:r>
              <a:rPr lang="en-US" altLang="ko-KR" dirty="0" smtClean="0"/>
              <a:t>Fourth level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5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B07ABD-9CF0-4740-83C3-E0134CC7C2D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0355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lang="en-US" altLang="ko-KR" sz="20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lang="en-US" altLang="ko-KR" sz="16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lang="en-US" altLang="ko-KR" sz="14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lang="en-US" altLang="ko-KR" sz="1100" kern="12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468322" y="6353"/>
            <a:ext cx="8169275" cy="681040"/>
          </a:xfrm>
          <a:prstGeom prst="rect">
            <a:avLst/>
          </a:prstGeom>
        </p:spPr>
        <p:txBody>
          <a:bodyPr vert="horz" lIns="91435" tIns="45717" rIns="91435" bIns="45717" rtlCol="0" anchor="ctr">
            <a:normAutofit/>
          </a:bodyPr>
          <a:lstStyle/>
          <a:p>
            <a:r>
              <a:rPr lang="en-US" dirty="0" smtClean="0"/>
              <a:t>Master title style</a:t>
            </a:r>
            <a:endParaRPr lang="en-US" dirty="0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69901" y="738189"/>
            <a:ext cx="8174038" cy="5381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7" rIns="91435" bIns="4571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 smtClean="0"/>
              <a:t>Master text styles</a:t>
            </a:r>
          </a:p>
          <a:p>
            <a:pPr lvl="1"/>
            <a:r>
              <a:rPr lang="en-US" altLang="ko-KR" dirty="0" smtClean="0"/>
              <a:t>Second level</a:t>
            </a:r>
          </a:p>
          <a:p>
            <a:pPr lvl="2"/>
            <a:r>
              <a:rPr lang="en-US" altLang="ko-KR" dirty="0" smtClean="0"/>
              <a:t>Third level</a:t>
            </a:r>
          </a:p>
          <a:p>
            <a:pPr lvl="3"/>
            <a:r>
              <a:rPr lang="en-US" altLang="ko-KR" dirty="0" smtClean="0"/>
              <a:t>Fourth level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/>
        </p:nvSpPr>
        <p:spPr>
          <a:xfrm>
            <a:off x="3131840" y="6453336"/>
            <a:ext cx="6012160" cy="404664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0" y="6453336"/>
            <a:ext cx="3131840" cy="404664"/>
          </a:xfrm>
          <a:prstGeom prst="rect">
            <a:avLst/>
          </a:prstGeom>
          <a:solidFill>
            <a:srgbClr val="000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4342420" y="6500087"/>
            <a:ext cx="459160" cy="311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ko-KR" altLang="en-US" sz="100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631386F3-A587-4026-92F9-58CD840FC4C1}" type="slidenum">
              <a:rPr lang="en-US" altLang="ko-KR" smtClean="0"/>
              <a:pPr algn="ctr"/>
              <a:t>‹#›</a:t>
            </a:fld>
            <a:endParaRPr lang="en-US" dirty="0"/>
          </a:p>
        </p:txBody>
      </p:sp>
      <p:sp>
        <p:nvSpPr>
          <p:cNvPr id="20" name="Shape 22"/>
          <p:cNvSpPr txBox="1"/>
          <p:nvPr/>
        </p:nvSpPr>
        <p:spPr>
          <a:xfrm>
            <a:off x="1" y="6547946"/>
            <a:ext cx="291581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Copyright</a:t>
            </a:r>
            <a:r>
              <a:rPr lang="ko-KR" sz="1000" b="0" i="0" u="none" strike="noStrike" cap="none" baseline="0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ⓒ 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C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ontrol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W</a:t>
            </a:r>
            <a:r>
              <a:rPr lang="en-US" altLang="ko-KR" sz="1000" b="0" i="0" u="none" strike="noStrike" cap="none" dirty="0" err="1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orks</a:t>
            </a:r>
            <a:r>
              <a:rPr lang="ko-KR" sz="1000" b="0" i="0" u="none" strike="noStrike" cap="none" dirty="0" smtClean="0">
                <a:solidFill>
                  <a:schemeClr val="lt1"/>
                </a:solidFill>
                <a:latin typeface="Arial" panose="020B0604020202020204" pitchFamily="34" charset="0"/>
                <a:ea typeface="Khand Medium"/>
                <a:cs typeface="Arial" panose="020B0604020202020204" pitchFamily="34" charset="0"/>
                <a:sym typeface="Khand Medium"/>
              </a:rPr>
              <a:t>. </a:t>
            </a:r>
            <a:r>
              <a:rPr lang="ko-KR" sz="1000" b="0" i="0" u="none" strike="noStrike" cap="none" dirty="0">
                <a:solidFill>
                  <a:schemeClr val="lt1"/>
                </a:solidFill>
                <a:latin typeface="Arial" panose="020B0604020202020204" pitchFamily="34" charset="0"/>
                <a:ea typeface="Khand"/>
                <a:cs typeface="Arial" panose="020B0604020202020204" pitchFamily="34" charset="0"/>
                <a:sym typeface="Khand"/>
              </a:rPr>
              <a:t>All rights reserved.</a:t>
            </a:r>
            <a:endParaRPr sz="1000" b="0" i="0" u="none" strike="noStrike" cap="none" dirty="0">
              <a:solidFill>
                <a:schemeClr val="lt1"/>
              </a:solidFill>
              <a:latin typeface="Arial" panose="020B0604020202020204" pitchFamily="34" charset="0"/>
              <a:ea typeface="Khand"/>
              <a:cs typeface="Arial" panose="020B0604020202020204" pitchFamily="34" charset="0"/>
              <a:sym typeface="Khand"/>
            </a:endParaRPr>
          </a:p>
        </p:txBody>
      </p:sp>
    </p:spTree>
    <p:extLst>
      <p:ext uri="{BB962C8B-B14F-4D97-AF65-F5344CB8AC3E}">
        <p14:creationId xmlns:p14="http://schemas.microsoft.com/office/powerpoint/2010/main" val="3278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l" defTabSz="455613" rtl="0" eaLnBrk="1" fontAlgn="base" latinLnBrk="1" hangingPunct="1">
        <a:spcBef>
          <a:spcPct val="0"/>
        </a:spcBef>
        <a:spcAft>
          <a:spcPct val="0"/>
        </a:spcAft>
        <a:defRPr sz="2800" b="1" kern="1200" spc="-1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2pPr>
      <a:lvl3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3pPr>
      <a:lvl4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4pPr>
      <a:lvl5pPr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5pPr>
      <a:lvl6pPr marL="4572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6pPr>
      <a:lvl7pPr marL="9144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7pPr>
      <a:lvl8pPr marL="13716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8pPr>
      <a:lvl9pPr marL="1828800" algn="l" defTabSz="455613" rtl="0" eaLnBrk="1" fontAlgn="base" latinLnBrk="1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맑은 고딕" pitchFamily="50" charset="-127"/>
          <a:ea typeface="맑은 고딕" pitchFamily="50" charset="-127"/>
          <a:cs typeface="Arial" pitchFamily="34" charset="0"/>
        </a:defRPr>
      </a:lvl9pPr>
    </p:titleStyle>
    <p:bodyStyle>
      <a:lvl1pPr marL="342900" indent="-342900" algn="l" defTabSz="455613" rtl="0" eaLnBrk="1" fontAlgn="base" latinLnBrk="1" hangingPunct="1">
        <a:lnSpc>
          <a:spcPct val="150000"/>
        </a:lnSpc>
        <a:spcBef>
          <a:spcPts val="575"/>
        </a:spcBef>
        <a:spcAft>
          <a:spcPct val="0"/>
        </a:spcAft>
        <a:buClr>
          <a:srgbClr val="000AF2"/>
        </a:buClr>
        <a:buSzPct val="70000"/>
        <a:buFont typeface="맑은 고딕" pitchFamily="50" charset="-127"/>
        <a:buChar char="■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41350" indent="-185738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맑은 고딕" pitchFamily="50" charset="-127"/>
        <a:buChar char="▶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85750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l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598613" indent="-227013" algn="l" defTabSz="455613" rtl="0" eaLnBrk="1" fontAlgn="base" latinLnBrk="1" hangingPunct="1">
        <a:lnSpc>
          <a:spcPct val="150000"/>
        </a:lnSpc>
        <a:spcBef>
          <a:spcPct val="20000"/>
        </a:spcBef>
        <a:spcAft>
          <a:spcPct val="0"/>
        </a:spcAft>
        <a:buClr>
          <a:srgbClr val="000CF2"/>
        </a:buClr>
        <a:buSzPct val="70000"/>
        <a:buFont typeface="Wingdings" pitchFamily="2" charset="2"/>
        <a:buChar char="Ø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7213" algn="l" defTabSz="455613" rtl="0" eaLnBrk="1" fontAlgn="base" latinLnBrk="1" hangingPunct="1">
        <a:spcBef>
          <a:spcPct val="20000"/>
        </a:spcBef>
        <a:spcAft>
          <a:spcPct val="0"/>
        </a:spcAft>
        <a:buClr>
          <a:srgbClr val="7F7F7F"/>
        </a:buClr>
        <a:buSzPct val="70000"/>
        <a:buFont typeface="Arial" pitchFamily="34" charset="0"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459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33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07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81" indent="-228587" algn="l" defTabSz="45717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4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23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98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72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46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20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94" algn="l" defTabSz="45717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 smtClean="0"/>
              <a:t>Simulink Project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24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smtClean="0"/>
              <a:t>Project </a:t>
            </a:r>
            <a:r>
              <a:rPr lang="ko-KR" altLang="en-US" dirty="0" smtClean="0"/>
              <a:t>생성</a:t>
            </a:r>
            <a:endParaRPr lang="en-US" altLang="ko-KR" dirty="0" smtClean="0"/>
          </a:p>
          <a:p>
            <a:pPr>
              <a:buSzPct val="100000"/>
            </a:pP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224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빈 프로젝트 생성</a:t>
            </a: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프로젝트 파일이 저장될 폴더 와 이름 설정</a:t>
            </a:r>
            <a:endParaRPr lang="en-US" altLang="ko-KR" dirty="0" smtClean="0"/>
          </a:p>
          <a:p>
            <a:pPr>
              <a:buSzPct val="100000"/>
            </a:pPr>
            <a:r>
              <a:rPr lang="ko-KR" altLang="en-US" dirty="0" smtClean="0"/>
              <a:t>소스컨트롤 사용</a:t>
            </a:r>
            <a:endParaRPr lang="en-US" altLang="ko-KR" dirty="0" smtClean="0"/>
          </a:p>
          <a:p>
            <a:pPr lvl="1"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. </a:t>
            </a:r>
            <a:r>
              <a:rPr lang="ko-KR" altLang="en-US" dirty="0" smtClean="0"/>
              <a:t>과 같은 기능</a:t>
            </a: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Project </a:t>
            </a:r>
            <a:r>
              <a:rPr lang="ko-KR" altLang="en-US" dirty="0" smtClean="0"/>
              <a:t>생성 및 원격저장소 연결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빈 프로젝트</a:t>
            </a:r>
            <a:r>
              <a:rPr lang="en-US" altLang="ko-KR" dirty="0" smtClean="0"/>
              <a:t>(I)</a:t>
            </a:r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268759"/>
            <a:ext cx="46386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9470" y="3284984"/>
            <a:ext cx="5400600" cy="3132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/>
          <p:cNvSpPr/>
          <p:nvPr/>
        </p:nvSpPr>
        <p:spPr>
          <a:xfrm>
            <a:off x="6948264" y="3284984"/>
            <a:ext cx="504056" cy="576064"/>
          </a:xfrm>
          <a:prstGeom prst="rect">
            <a:avLst/>
          </a:prstGeom>
          <a:grpFill/>
          <a:ln w="38100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292080" y="5805264"/>
            <a:ext cx="1152128" cy="216024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96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ko-KR" altLang="en-US" dirty="0" smtClean="0"/>
              <a:t>원격저장소 생성</a:t>
            </a: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프로젝트가 생성되면 해당 폴더에 프로젝트에 관한 파일이 생성되고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처음 원격저장소를 생성하여 연결하기 위해선 해당 폴더를 </a:t>
            </a:r>
            <a:r>
              <a:rPr lang="en-US" altLang="ko-KR" dirty="0" smtClean="0"/>
              <a:t>Commit </a:t>
            </a:r>
            <a:r>
              <a:rPr lang="ko-KR" altLang="en-US" dirty="0" smtClean="0"/>
              <a:t>해야 한다</a:t>
            </a:r>
            <a:r>
              <a:rPr lang="en-US" altLang="ko-KR" dirty="0" smtClean="0"/>
              <a:t>.</a:t>
            </a:r>
          </a:p>
          <a:p>
            <a:pPr>
              <a:buSzPct val="100000"/>
            </a:pPr>
            <a:endParaRPr lang="en-US" altLang="ko-KR" dirty="0"/>
          </a:p>
          <a:p>
            <a:pPr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 smtClean="0"/>
          </a:p>
          <a:p>
            <a:pPr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공유 탭에서 </a:t>
            </a:r>
            <a:r>
              <a:rPr lang="en-US" altLang="ko-KR" dirty="0" err="1" smtClean="0"/>
              <a:t>Github</a:t>
            </a:r>
            <a:r>
              <a:rPr lang="ko-KR" altLang="en-US" dirty="0" smtClean="0"/>
              <a:t>를 클릭 시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Github</a:t>
            </a:r>
            <a:r>
              <a:rPr lang="en-US" altLang="ko-KR" dirty="0" smtClean="0"/>
              <a:t> </a:t>
            </a:r>
            <a:r>
              <a:rPr lang="ko-KR" altLang="en-US" dirty="0" smtClean="0"/>
              <a:t>계정과 저장소 이름을 입력하여 원격저장</a:t>
            </a:r>
            <a:r>
              <a:rPr lang="ko-KR" altLang="en-US" dirty="0"/>
              <a:t>소</a:t>
            </a:r>
            <a:r>
              <a:rPr lang="en-US" altLang="ko-KR" dirty="0" smtClean="0"/>
              <a:t> </a:t>
            </a:r>
            <a:r>
              <a:rPr lang="ko-KR" altLang="en-US" dirty="0" smtClean="0"/>
              <a:t>생성 가능</a:t>
            </a: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Project </a:t>
            </a:r>
            <a:r>
              <a:rPr lang="ko-KR" altLang="en-US" dirty="0" smtClean="0"/>
              <a:t>생성 및 원격저장소 연결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빈 프로젝트</a:t>
            </a:r>
            <a:r>
              <a:rPr lang="en-US" altLang="ko-KR" dirty="0" smtClean="0"/>
              <a:t>(II)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2025123"/>
            <a:ext cx="3461940" cy="2519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1763688" y="2025123"/>
            <a:ext cx="432048" cy="611789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987824" y="2025123"/>
            <a:ext cx="360040" cy="305894"/>
          </a:xfrm>
          <a:prstGeom prst="rect">
            <a:avLst/>
          </a:prstGeom>
          <a:grpFill/>
          <a:ln w="28575">
            <a:solidFill>
              <a:srgbClr val="FF0000"/>
            </a:solidFill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972964"/>
            <a:ext cx="4075708" cy="146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9620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clone</a:t>
            </a:r>
          </a:p>
          <a:p>
            <a:pPr lvl="1">
              <a:buSzPct val="100000"/>
            </a:pPr>
            <a:r>
              <a:rPr lang="ko-KR" altLang="en-US" dirty="0" smtClean="0"/>
              <a:t>프로젝트 생성 시</a:t>
            </a:r>
            <a:r>
              <a:rPr lang="en-US" altLang="ko-KR" dirty="0" smtClean="0"/>
              <a:t>, “</a:t>
            </a:r>
            <a:r>
              <a:rPr lang="en-US" altLang="ko-KR" dirty="0" err="1" smtClean="0"/>
              <a:t>git</a:t>
            </a:r>
            <a:r>
              <a:rPr lang="ko-KR" altLang="en-US" dirty="0" smtClean="0"/>
              <a:t>에서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옵션 선택</a:t>
            </a: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r>
              <a:rPr lang="ko-KR" altLang="en-US" dirty="0" smtClean="0"/>
              <a:t>필수적으로 빈 폴더를 선택</a:t>
            </a:r>
            <a:endParaRPr lang="en-US" altLang="ko-KR" dirty="0" smtClean="0"/>
          </a:p>
          <a:p>
            <a:pPr lvl="1">
              <a:buSzPct val="100000"/>
            </a:pPr>
            <a:r>
              <a:rPr lang="ko-KR" altLang="en-US" dirty="0" smtClean="0"/>
              <a:t>원격저장소에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prj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파일이 존재해야 정상적으로 원격저장소를 연결하며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존재하지 않다면 </a:t>
            </a:r>
            <a:r>
              <a:rPr lang="en-US" altLang="ko-KR" dirty="0" smtClean="0"/>
              <a:t>.</a:t>
            </a:r>
            <a:r>
              <a:rPr lang="en-US" altLang="ko-KR" dirty="0" err="1" smtClean="0"/>
              <a:t>prj</a:t>
            </a:r>
            <a:r>
              <a:rPr lang="ko-KR" altLang="en-US" dirty="0" smtClean="0"/>
              <a:t>파일 생성을 지시</a:t>
            </a:r>
            <a:endParaRPr lang="en-US" altLang="ko-KR" dirty="0" smtClean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Project </a:t>
            </a:r>
            <a:r>
              <a:rPr lang="ko-KR" altLang="en-US" dirty="0" smtClean="0"/>
              <a:t>생성 및 원격저장소 연결 </a:t>
            </a:r>
            <a:r>
              <a:rPr lang="en-US" altLang="ko-KR" dirty="0" smtClean="0"/>
              <a:t>– </a:t>
            </a:r>
            <a:r>
              <a:rPr lang="en-US" altLang="ko-KR" dirty="0" err="1" smtClean="0"/>
              <a:t>Gitclone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9" y="1628800"/>
            <a:ext cx="4824536" cy="1782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8230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pPr>
              <a:buSzPct val="100000"/>
            </a:pPr>
            <a:r>
              <a:rPr lang="en-US" altLang="ko-KR" dirty="0" err="1" smtClean="0"/>
              <a:t>Git</a:t>
            </a:r>
            <a:r>
              <a:rPr lang="en-US" altLang="ko-KR" dirty="0" smtClean="0"/>
              <a:t> clone</a:t>
            </a:r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/>
          </a:p>
          <a:p>
            <a:pPr lvl="1">
              <a:buSzPct val="100000"/>
            </a:pPr>
            <a:endParaRPr lang="en-US" altLang="ko-KR" dirty="0" smtClean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 smtClean="0"/>
              <a:t>Commit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1382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control_works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2_CWI Black">
  <a:themeElements>
    <a:clrScheme name="National Instruments">
      <a:dk1>
        <a:sysClr val="windowText" lastClr="000000"/>
      </a:dk1>
      <a:lt1>
        <a:sysClr val="window" lastClr="FFFFFF"/>
      </a:lt1>
      <a:dk2>
        <a:srgbClr val="0A60A3"/>
      </a:dk2>
      <a:lt2>
        <a:srgbClr val="F5F5F5"/>
      </a:lt2>
      <a:accent1>
        <a:srgbClr val="0A60A3"/>
      </a:accent1>
      <a:accent2>
        <a:srgbClr val="93191A"/>
      </a:accent2>
      <a:accent3>
        <a:srgbClr val="79B04E"/>
      </a:accent3>
      <a:accent4>
        <a:srgbClr val="EDB72E"/>
      </a:accent4>
      <a:accent5>
        <a:srgbClr val="73AED9"/>
      </a:accent5>
      <a:accent6>
        <a:srgbClr val="DE8C2D"/>
      </a:accent6>
      <a:hlink>
        <a:srgbClr val="0A60A3"/>
      </a:hlink>
      <a:folHlink>
        <a:srgbClr val="73AED9"/>
      </a:folHlink>
    </a:clrScheme>
    <a:fontScheme name="NIDays">
      <a:majorFont>
        <a:latin typeface="Univers Com 55"/>
        <a:ea typeface="맑은 고딕"/>
        <a:cs typeface=""/>
      </a:majorFont>
      <a:minorFont>
        <a:latin typeface="Univers Com 45 Light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pFill/>
        <a:ln w="12700">
          <a:solidFill>
            <a:schemeClr val="tx1"/>
          </a:solidFill>
        </a:ln>
        <a:effectLst/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latin typeface="+mn-ea"/>
            <a:ea typeface="+mn-ea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control_works</Template>
  <TotalTime>141</TotalTime>
  <Words>124</Words>
  <Application>Microsoft Office PowerPoint</Application>
  <PresentationFormat>화면 슬라이드 쇼(4:3)</PresentationFormat>
  <Paragraphs>37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control_works</vt:lpstr>
      <vt:lpstr>2_CWI Black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NB09</dc:creator>
  <cp:lastModifiedBy>NB09</cp:lastModifiedBy>
  <cp:revision>9</cp:revision>
  <dcterms:created xsi:type="dcterms:W3CDTF">2019-12-31T00:27:19Z</dcterms:created>
  <dcterms:modified xsi:type="dcterms:W3CDTF">2019-12-31T02:48:36Z</dcterms:modified>
</cp:coreProperties>
</file>