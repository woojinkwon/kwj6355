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68" r:id="rId2"/>
  </p:sldMasterIdLst>
  <p:notesMasterIdLst>
    <p:notesMasterId r:id="rId21"/>
  </p:notesMasterIdLst>
  <p:handoutMasterIdLst>
    <p:handoutMasterId r:id="rId22"/>
  </p:handoutMasterIdLst>
  <p:sldIdLst>
    <p:sldId id="256" r:id="rId3"/>
    <p:sldId id="307" r:id="rId4"/>
    <p:sldId id="301" r:id="rId5"/>
    <p:sldId id="317" r:id="rId6"/>
    <p:sldId id="305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8" r:id="rId16"/>
    <p:sldId id="319" r:id="rId17"/>
    <p:sldId id="320" r:id="rId18"/>
    <p:sldId id="321" r:id="rId19"/>
    <p:sldId id="316" r:id="rId20"/>
  </p:sldIdLst>
  <p:sldSz cx="12190413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CF2"/>
    <a:srgbClr val="000AF2"/>
    <a:srgbClr val="575FFF"/>
    <a:srgbClr val="A6BBC0"/>
    <a:srgbClr val="00007A"/>
    <a:srgbClr val="6E6EF0"/>
    <a:srgbClr val="000099"/>
    <a:srgbClr val="7177F5"/>
    <a:srgbClr val="8589E1"/>
    <a:srgbClr val="000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0" autoAdjust="0"/>
    <p:restoredTop sz="71972" autoAdjust="0"/>
  </p:normalViewPr>
  <p:slideViewPr>
    <p:cSldViewPr>
      <p:cViewPr varScale="1">
        <p:scale>
          <a:sx n="77" d="100"/>
          <a:sy n="77" d="100"/>
        </p:scale>
        <p:origin x="-420" y="-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9" d="100"/>
          <a:sy n="109" d="100"/>
        </p:scale>
        <p:origin x="-1782" y="-96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204" y="1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r">
              <a:defRPr sz="1200"/>
            </a:lvl1pPr>
          </a:lstStyle>
          <a:p>
            <a:fld id="{116EA778-A631-434F-BFF3-F7E06EDCB603}" type="datetime1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0756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204" y="9720756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r">
              <a:defRPr sz="1200"/>
            </a:lvl1pPr>
          </a:lstStyle>
          <a:p>
            <a:fld id="{8DD17336-86B1-4D05-A35C-C8179A92D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642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5" y="3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r">
              <a:defRPr sz="1200"/>
            </a:lvl1pPr>
          </a:lstStyle>
          <a:p>
            <a:fld id="{5CAF9CA4-C74C-45E7-B152-A78D49EA7F5B}" type="datetime1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46050" y="769938"/>
            <a:ext cx="6811963" cy="3833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3" tIns="47381" rIns="94763" bIns="473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4"/>
            <a:ext cx="5683250" cy="4605576"/>
          </a:xfrm>
          <a:prstGeom prst="rect">
            <a:avLst/>
          </a:prstGeom>
        </p:spPr>
        <p:txBody>
          <a:bodyPr vert="horz" lIns="94763" tIns="47381" rIns="94763" bIns="47381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721108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5" y="9721108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r">
              <a:defRPr sz="1200"/>
            </a:lvl1pPr>
          </a:lstStyle>
          <a:p>
            <a:fld id="{4E025991-99C1-45BD-9B9C-EE77FBC27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270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8526338" y="4005065"/>
            <a:ext cx="3520755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9309" y="3963965"/>
            <a:ext cx="7583855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8399163" y="3933934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326" y="1268760"/>
            <a:ext cx="4680000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239319" y="736601"/>
            <a:ext cx="1130833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16" y="836713"/>
            <a:ext cx="4703910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343551" y="836712"/>
            <a:ext cx="11511556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343542" y="1122805"/>
            <a:ext cx="11511555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334400" y="838997"/>
            <a:ext cx="4416909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749193" y="3581400"/>
            <a:ext cx="7822182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 userDrawn="1"/>
        </p:nvSpPr>
        <p:spPr>
          <a:xfrm>
            <a:off x="476189" y="3945467"/>
            <a:ext cx="11333274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7663463" y="5063463"/>
            <a:ext cx="4247504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749193" y="3581400"/>
            <a:ext cx="7822182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7322" y="9966"/>
            <a:ext cx="12143091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8419481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8526338" y="4005065"/>
            <a:ext cx="3520755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9309" y="3963965"/>
            <a:ext cx="7583855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4175243" y="6453336"/>
            <a:ext cx="801517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4175243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0" y="6547946"/>
            <a:ext cx="388724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326" y="1268760"/>
            <a:ext cx="4680000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239319" y="736601"/>
            <a:ext cx="1130833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16" y="836713"/>
            <a:ext cx="4703910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343551" y="836712"/>
            <a:ext cx="11511556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343542" y="1122805"/>
            <a:ext cx="11511555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334400" y="838997"/>
            <a:ext cx="4416909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343551" y="836712"/>
            <a:ext cx="11511556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335317" y="548680"/>
            <a:ext cx="1151978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16" y="836713"/>
            <a:ext cx="4703910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349746" y="836712"/>
            <a:ext cx="11511556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343542" y="1122805"/>
            <a:ext cx="11511555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334400" y="838997"/>
            <a:ext cx="4416909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476189" y="3945467"/>
            <a:ext cx="11333274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7663463" y="5063463"/>
            <a:ext cx="4247504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175243" y="6453336"/>
            <a:ext cx="801517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624346" y="6353"/>
            <a:ext cx="10890949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6452" y="738189"/>
            <a:ext cx="10897299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4175243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12" name="Shape 22"/>
          <p:cNvSpPr txBox="1"/>
          <p:nvPr/>
        </p:nvSpPr>
        <p:spPr>
          <a:xfrm>
            <a:off x="0" y="6547946"/>
            <a:ext cx="388724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2" r:id="rId2"/>
    <p:sldLayoutId id="2147483678" r:id="rId3"/>
    <p:sldLayoutId id="2147483683" r:id="rId4"/>
    <p:sldLayoutId id="2147483682" r:id="rId5"/>
    <p:sldLayoutId id="2147483685" r:id="rId6"/>
    <p:sldLayoutId id="2147483676" r:id="rId7"/>
    <p:sldLayoutId id="2147483684" r:id="rId8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fontAlgn="base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fontAlgn="base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fontAlgn="base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624346" y="6353"/>
            <a:ext cx="10890949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6452" y="738189"/>
            <a:ext cx="10897299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12190413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4175243" y="6453336"/>
            <a:ext cx="801517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 userDrawn="1"/>
        </p:nvSpPr>
        <p:spPr>
          <a:xfrm>
            <a:off x="0" y="6453336"/>
            <a:ext cx="4175243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 userDrawn="1"/>
        </p:nvSpPr>
        <p:spPr>
          <a:xfrm>
            <a:off x="0" y="6547946"/>
            <a:ext cx="388724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73" r:id="rId7"/>
    <p:sldLayoutId id="2147483691" r:id="rId8"/>
    <p:sldLayoutId id="2147483692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fontAlgn="base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fontAlgn="base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fontAlgn="base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opentutorials.org/course/3839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utorials.org/course/3839/22597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수업 내용 정리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8375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smtClean="0"/>
              <a:t>자료 확인</a:t>
            </a:r>
            <a:endParaRPr lang="en-US" altLang="ko-KR" dirty="0" smtClean="0"/>
          </a:p>
          <a:p>
            <a:r>
              <a:rPr lang="ko-KR" altLang="en-US" dirty="0" smtClean="0"/>
              <a:t>김경표 연구원에게 전화 연락</a:t>
            </a:r>
            <a:endParaRPr lang="en-US" altLang="ko-KR" dirty="0" smtClean="0"/>
          </a:p>
          <a:p>
            <a:r>
              <a:rPr lang="ko-KR" altLang="en-US" dirty="0" smtClean="0"/>
              <a:t>업무 진행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할일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26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GIT1</a:t>
            </a:r>
          </a:p>
          <a:p>
            <a:pPr lvl="1">
              <a:buSzPct val="100000"/>
            </a:pPr>
            <a:r>
              <a:rPr lang="ko-KR" altLang="en-US" dirty="0" smtClean="0"/>
              <a:t>수업소</a:t>
            </a:r>
            <a:r>
              <a:rPr lang="ko-KR" altLang="en-US" dirty="0"/>
              <a:t>개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GIT</a:t>
            </a:r>
            <a:r>
              <a:rPr lang="ko-KR" altLang="en-US" dirty="0" smtClean="0"/>
              <a:t>을 구경합시다</a:t>
            </a:r>
            <a:r>
              <a:rPr lang="en-US" altLang="ko-KR" dirty="0" smtClean="0"/>
              <a:t>!</a:t>
            </a:r>
            <a:endParaRPr lang="en-US" altLang="ko-KR" dirty="0"/>
          </a:p>
          <a:p>
            <a:pPr>
              <a:buSzPct val="100000"/>
            </a:pP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209162" y="2636912"/>
            <a:ext cx="7396476" cy="2880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들은 수업 목록 추가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 </a:t>
            </a:r>
            <a:r>
              <a:rPr lang="ko-KR" altLang="en-US" dirty="0" smtClean="0">
                <a:solidFill>
                  <a:schemeClr val="tx1"/>
                </a:solidFill>
              </a:rPr>
              <a:t>다 듣기 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>
                <a:solidFill>
                  <a:schemeClr val="tx1"/>
                </a:solidFill>
                <a:hlinkClick r:id="rId2"/>
              </a:rPr>
              <a:t>https://opentutorials.org/course/3839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866" y="3265956"/>
            <a:ext cx="19621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99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opentutorials.org/course/3837</a:t>
            </a:r>
          </a:p>
          <a:p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ko-KR" altLang="en-US" dirty="0" smtClean="0"/>
              <a:t>의 목적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버전관리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작업기록을 저장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백업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원격저장소에 데이터를 저장하여 데이터 유실을 방지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협업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원격저장소에 저장된 데이터를 다른 사용자가 </a:t>
            </a:r>
            <a:r>
              <a:rPr lang="en-US" altLang="ko-KR" dirty="0" smtClean="0"/>
              <a:t>pull</a:t>
            </a:r>
            <a:r>
              <a:rPr lang="ko-KR" altLang="en-US" dirty="0" smtClean="0"/>
              <a:t>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데이터를 수정한 후 다시 원격저장소로 </a:t>
            </a:r>
            <a:r>
              <a:rPr lang="en-US" altLang="ko-KR" dirty="0" smtClean="0"/>
              <a:t>push</a:t>
            </a:r>
            <a:r>
              <a:rPr lang="ko-KR" altLang="en-US" dirty="0" smtClean="0"/>
              <a:t>하여 협업이 가능</a:t>
            </a:r>
            <a:endParaRPr lang="en-US" altLang="ko-KR" dirty="0" smtClean="0"/>
          </a:p>
          <a:p>
            <a:r>
              <a:rPr lang="en-US" altLang="ko-KR" dirty="0" err="1" smtClean="0"/>
              <a:t>Git</a:t>
            </a:r>
            <a:r>
              <a:rPr lang="ko-KR" altLang="en-US" dirty="0" smtClean="0"/>
              <a:t>종류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Tortoisegit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Github</a:t>
            </a:r>
            <a:r>
              <a:rPr lang="en-US" altLang="ko-KR" dirty="0" smtClean="0"/>
              <a:t> desktop</a:t>
            </a:r>
          </a:p>
          <a:p>
            <a:pPr lvl="1"/>
            <a:r>
              <a:rPr lang="en-US" altLang="ko-KR" dirty="0" err="1" smtClean="0"/>
              <a:t>Sourcetree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gitbash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GIT1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775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://opentutorials.org/course/3839/22590</a:t>
            </a:r>
            <a:endParaRPr lang="en-US" altLang="ko-KR" dirty="0" smtClean="0">
              <a:hlinkClick r:id="rId3"/>
            </a:endParaRPr>
          </a:p>
          <a:p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://git-scm.com</a:t>
            </a:r>
            <a:r>
              <a:rPr lang="ko-KR" altLang="en-US" dirty="0"/>
              <a:t>에서 </a:t>
            </a:r>
            <a:r>
              <a:rPr lang="en-US" altLang="ko-KR" dirty="0" err="1"/>
              <a:t>git</a:t>
            </a:r>
            <a:r>
              <a:rPr lang="en-US" altLang="ko-KR" dirty="0"/>
              <a:t>(windows, mac) </a:t>
            </a:r>
            <a:r>
              <a:rPr lang="ko-KR" altLang="en-US" dirty="0"/>
              <a:t>다운로드방법 </a:t>
            </a:r>
            <a:r>
              <a:rPr lang="ko-KR" altLang="en-US" dirty="0" smtClean="0"/>
              <a:t>안내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설</a:t>
            </a:r>
            <a:r>
              <a:rPr lang="ko-KR" altLang="en-US" dirty="0"/>
              <a:t>치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7" y="1916832"/>
            <a:ext cx="5572125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화살표 연결선 5"/>
          <p:cNvCxnSpPr/>
          <p:nvPr/>
        </p:nvCxnSpPr>
        <p:spPr>
          <a:xfrm>
            <a:off x="6383238" y="2564904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7319342" y="2168860"/>
            <a:ext cx="122413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정상설치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773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>
                <a:hlinkClick r:id="rId3"/>
              </a:rPr>
              <a:t>https://opentutorials.org/course/3839/22591</a:t>
            </a:r>
            <a:endParaRPr lang="en-US" altLang="ko-KR" dirty="0" smtClean="0">
              <a:hlinkClick r:id="rId3"/>
            </a:endParaRPr>
          </a:p>
          <a:p>
            <a:r>
              <a:rPr lang="en-US" altLang="ko-KR" dirty="0" smtClean="0"/>
              <a:t>Directory</a:t>
            </a:r>
            <a:r>
              <a:rPr lang="ko-KR" altLang="en-US" dirty="0" smtClean="0"/>
              <a:t>생성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mkdir</a:t>
            </a:r>
            <a:r>
              <a:rPr lang="en-US" altLang="ko-KR" dirty="0" smtClean="0"/>
              <a:t>)</a:t>
            </a:r>
            <a:r>
              <a:rPr lang="ko-KR" altLang="en-US" dirty="0" smtClean="0"/>
              <a:t> 및 </a:t>
            </a:r>
            <a:r>
              <a:rPr lang="en-US" altLang="ko-KR" dirty="0" smtClean="0"/>
              <a:t>	</a:t>
            </a:r>
            <a:r>
              <a:rPr lang="ko-KR" altLang="en-US" dirty="0" smtClean="0"/>
              <a:t>버전관리시작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.)</a:t>
            </a:r>
            <a:r>
              <a:rPr lang="ko-KR" altLang="en-US" dirty="0" smtClean="0"/>
              <a:t>방법 설명</a:t>
            </a:r>
            <a:endParaRPr lang="en-US" altLang="ko-KR" dirty="0"/>
          </a:p>
          <a:p>
            <a:pPr lvl="1"/>
            <a:r>
              <a:rPr lang="ko-KR" altLang="en-US" dirty="0" smtClean="0"/>
              <a:t>프로젝트 파일들을 보관하려는 폴더에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. </a:t>
            </a:r>
            <a:r>
              <a:rPr lang="ko-KR" altLang="en-US" dirty="0" smtClean="0"/>
              <a:t>을 실행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.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 생성</a:t>
            </a:r>
            <a:r>
              <a:rPr lang="ko-KR" altLang="en-US" dirty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의 부모폴더에서 생성되는 변화들을 버전으로 관리하고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폴더에 저장이 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버전관리를 </a:t>
            </a:r>
            <a:r>
              <a:rPr lang="ko-KR" altLang="en-US" dirty="0" err="1" smtClean="0"/>
              <a:t>하기위한</a:t>
            </a:r>
            <a:r>
              <a:rPr lang="ko-KR" altLang="en-US" dirty="0" smtClean="0"/>
              <a:t> 폴더이므로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폴더의 삭제를 </a:t>
            </a:r>
            <a:r>
              <a:rPr lang="ko-KR" altLang="en-US" dirty="0" err="1" smtClean="0"/>
              <a:t>유의해야한다</a:t>
            </a:r>
            <a:r>
              <a:rPr lang="en-US" altLang="ko-KR" dirty="0" smtClean="0"/>
              <a:t>,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CLI </a:t>
            </a:r>
            <a:r>
              <a:rPr lang="ko-KR" altLang="en-US" dirty="0" smtClean="0"/>
              <a:t>버전관리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버전관리의 시작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83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>
                <a:hlinkClick r:id="rId3"/>
              </a:rPr>
              <a:t>https://</a:t>
            </a:r>
            <a:r>
              <a:rPr lang="en-US" altLang="ko-KR" dirty="0" smtClean="0">
                <a:hlinkClick r:id="rId3"/>
              </a:rPr>
              <a:t>opentutorials.org/course/3839/22592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버전 생성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버전이 저장되는 장소인 </a:t>
            </a:r>
            <a:r>
              <a:rPr lang="en-US" altLang="ko-KR" dirty="0" smtClean="0"/>
              <a:t>Repository, </a:t>
            </a:r>
            <a:r>
              <a:rPr lang="ko-KR" altLang="en-US" dirty="0" smtClean="0"/>
              <a:t>현재 작업중인 파일이 위치하는 </a:t>
            </a:r>
            <a:r>
              <a:rPr lang="en-US" altLang="ko-KR" dirty="0"/>
              <a:t>W</a:t>
            </a:r>
            <a:r>
              <a:rPr lang="en-US" altLang="ko-KR" dirty="0" smtClean="0"/>
              <a:t>orking tree, </a:t>
            </a:r>
            <a:r>
              <a:rPr lang="ko-KR" altLang="en-US" dirty="0" smtClean="0"/>
              <a:t>작업중인 파일 중 버전으로 만들고자 하는 파일을 선택하여 위치시키는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로 나뉜다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Working tree -&gt; staging Area -&gt; Repository</a:t>
            </a:r>
            <a:r>
              <a:rPr lang="ko-KR" altLang="en-US" dirty="0" smtClean="0"/>
              <a:t>로 이동</a:t>
            </a:r>
            <a:endParaRPr lang="en-US" altLang="ko-KR" dirty="0" smtClean="0"/>
          </a:p>
          <a:p>
            <a:pPr lvl="1"/>
            <a:r>
              <a:rPr lang="en-US" altLang="ko-KR" dirty="0"/>
              <a:t>h</a:t>
            </a:r>
            <a:r>
              <a:rPr lang="en-US" altLang="ko-KR" dirty="0" smtClean="0"/>
              <a:t>ello1.txt </a:t>
            </a:r>
            <a:r>
              <a:rPr lang="ko-KR" altLang="en-US" dirty="0" smtClean="0"/>
              <a:t>파일을 생성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작업을 한다면 </a:t>
            </a:r>
            <a:r>
              <a:rPr lang="en-US" altLang="ko-KR" dirty="0" smtClean="0"/>
              <a:t>hello1.txt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working tree</a:t>
            </a:r>
            <a:r>
              <a:rPr lang="ko-KR" altLang="en-US" dirty="0" smtClean="0"/>
              <a:t>내에 위치한다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이때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status</a:t>
            </a:r>
            <a:r>
              <a:rPr lang="ko-KR" altLang="en-US" dirty="0" smtClean="0"/>
              <a:t>를 확인하면 버전 관리를 할 것이라고 명시하지 않았기 때문에 </a:t>
            </a:r>
            <a:r>
              <a:rPr lang="en-US" altLang="ko-KR" dirty="0" smtClean="0"/>
              <a:t>untracked file</a:t>
            </a:r>
            <a:r>
              <a:rPr lang="ko-KR" altLang="en-US" dirty="0" smtClean="0"/>
              <a:t>이라고 표시된다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add </a:t>
            </a:r>
            <a:r>
              <a:rPr lang="ko-KR" altLang="en-US" dirty="0" smtClean="0"/>
              <a:t>명령문으로 원하는 파일을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로 이동시킨다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commit –m “commit name” </a:t>
            </a:r>
            <a:r>
              <a:rPr lang="ko-KR" altLang="en-US" dirty="0" smtClean="0"/>
              <a:t>명령문으로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에 있는 파일을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버전으로 생성시켜 </a:t>
            </a:r>
            <a:r>
              <a:rPr lang="en-US" altLang="ko-KR" dirty="0" smtClean="0"/>
              <a:t>repository</a:t>
            </a:r>
            <a:r>
              <a:rPr lang="ko-KR" altLang="en-US" dirty="0" smtClean="0"/>
              <a:t>에 이동된다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버전의 생성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063" y="3357434"/>
            <a:ext cx="432435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29" y="4941168"/>
            <a:ext cx="4205267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2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ko-KR" altLang="en-US" dirty="0" smtClean="0"/>
              <a:t>버전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Commit</a:t>
            </a:r>
            <a:r>
              <a:rPr lang="ko-KR" altLang="en-US" dirty="0" smtClean="0"/>
              <a:t>후 다시 </a:t>
            </a:r>
            <a:r>
              <a:rPr lang="en-US" altLang="ko-KR" dirty="0" smtClean="0"/>
              <a:t>status</a:t>
            </a:r>
            <a:r>
              <a:rPr lang="ko-KR" altLang="en-US" dirty="0" smtClean="0"/>
              <a:t>를 확인하면 현재 </a:t>
            </a:r>
            <a:r>
              <a:rPr lang="en-US" altLang="ko-KR" dirty="0" smtClean="0"/>
              <a:t>working </a:t>
            </a:r>
            <a:r>
              <a:rPr lang="en-US" altLang="ko-KR" dirty="0" smtClean="0"/>
              <a:t>tree</a:t>
            </a:r>
            <a:r>
              <a:rPr lang="ko-KR" altLang="en-US" dirty="0" smtClean="0"/>
              <a:t>가 비어있다고 표시된다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버전이 정상적으로 저장되었는지 확인하려면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를 확인한다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hello1.txt</a:t>
            </a:r>
            <a:r>
              <a:rPr lang="ko-KR" altLang="en-US" dirty="0" smtClean="0"/>
              <a:t> 파일을 수정하면 파일이 수정한 파일이 </a:t>
            </a:r>
            <a:r>
              <a:rPr lang="en-US" altLang="ko-KR" dirty="0" smtClean="0"/>
              <a:t>stage</a:t>
            </a:r>
            <a:r>
              <a:rPr lang="ko-KR" altLang="en-US" dirty="0" smtClean="0"/>
              <a:t>에 존재하지 않는다는 것</a:t>
            </a:r>
            <a:r>
              <a:rPr lang="ko-KR" altLang="en-US" dirty="0"/>
              <a:t>을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이 감지한다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다시 </a:t>
            </a:r>
            <a:r>
              <a:rPr lang="en-US" altLang="ko-KR" dirty="0" smtClean="0"/>
              <a:t>hello1.txt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stage</a:t>
            </a:r>
            <a:r>
              <a:rPr lang="ko-KR" altLang="en-US" dirty="0" smtClean="0"/>
              <a:t>에 올려 </a:t>
            </a:r>
            <a:r>
              <a:rPr lang="en-US" altLang="ko-KR" dirty="0" smtClean="0"/>
              <a:t>“message2”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하여 버전을 생성하면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를 통해 확인할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버전의 생성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1628800"/>
            <a:ext cx="2781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53" y="2555077"/>
            <a:ext cx="42957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3717032"/>
            <a:ext cx="47910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4941168"/>
            <a:ext cx="4032448" cy="15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4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opentutorials.org/course/3839/22593</a:t>
            </a:r>
          </a:p>
          <a:p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diff</a:t>
            </a:r>
          </a:p>
          <a:p>
            <a:pPr lvl="1"/>
            <a:r>
              <a:rPr lang="en-US" altLang="ko-KR" dirty="0" smtClean="0"/>
              <a:t>Working tree </a:t>
            </a:r>
            <a:r>
              <a:rPr lang="ko-KR" altLang="en-US" dirty="0" smtClean="0"/>
              <a:t>내에 수정된 파일과 이전에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된 파일 간의 차이점을 표시해준다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reset --hard</a:t>
            </a:r>
          </a:p>
          <a:p>
            <a:pPr lvl="1"/>
            <a:r>
              <a:rPr lang="en-US" altLang="ko-KR" dirty="0" smtClean="0"/>
              <a:t>Working tree </a:t>
            </a:r>
            <a:r>
              <a:rPr lang="ko-KR" altLang="en-US" dirty="0" smtClean="0"/>
              <a:t>내에 수정된 파일을 지우고 이전 버전으로 </a:t>
            </a:r>
            <a:r>
              <a:rPr lang="ko-KR" altLang="en-US" dirty="0" smtClean="0"/>
              <a:t>복원하는 기능 수행한다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log –p</a:t>
            </a:r>
          </a:p>
          <a:p>
            <a:pPr lvl="1"/>
            <a:r>
              <a:rPr lang="ko-KR" altLang="en-US" dirty="0" smtClean="0"/>
              <a:t>각 버전에서 수정된 사항을 모두 알려주는 명령어이다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–</a:t>
            </a:r>
            <a:r>
              <a:rPr lang="ko-KR" altLang="en-US" dirty="0" smtClean="0"/>
              <a:t>버전간 의 차이점 비교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2204864"/>
            <a:ext cx="47434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4509120"/>
            <a:ext cx="355282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37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opentutorials.org/course/3839/22594</a:t>
            </a:r>
          </a:p>
          <a:p>
            <a:r>
              <a:rPr lang="en-US" altLang="ko-KR" dirty="0" smtClean="0"/>
              <a:t>Checkout</a:t>
            </a:r>
          </a:p>
          <a:p>
            <a:pPr lvl="1"/>
            <a:r>
              <a:rPr lang="ko-KR" altLang="en-US" dirty="0" smtClean="0"/>
              <a:t>현재 최신버전</a:t>
            </a:r>
            <a:r>
              <a:rPr lang="en-US" altLang="ko-KR" dirty="0" smtClean="0"/>
              <a:t>(master)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message4 </a:t>
            </a:r>
            <a:r>
              <a:rPr lang="ko-KR" altLang="en-US" dirty="0" smtClean="0"/>
              <a:t>이며 </a:t>
            </a:r>
            <a:r>
              <a:rPr lang="en-US" altLang="ko-KR" dirty="0" smtClean="0"/>
              <a:t>hello1.txt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hello2.txt</a:t>
            </a:r>
            <a:r>
              <a:rPr lang="ko-KR" altLang="en-US" dirty="0" smtClean="0"/>
              <a:t>가 존재한다</a:t>
            </a:r>
            <a:r>
              <a:rPr lang="en-US" altLang="ko-KR" dirty="0" smtClean="0"/>
              <a:t>. Message3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hello1.txt.</a:t>
            </a:r>
            <a:r>
              <a:rPr lang="ko-KR" altLang="en-US" dirty="0" smtClean="0"/>
              <a:t>만</a:t>
            </a:r>
            <a:r>
              <a:rPr lang="en-US" altLang="ko-KR" dirty="0" smtClean="0"/>
              <a:t> </a:t>
            </a:r>
            <a:r>
              <a:rPr lang="ko-KR" altLang="en-US" dirty="0" smtClean="0"/>
              <a:t>존재하는 버전이다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 smtClean="0"/>
          </a:p>
          <a:p>
            <a:pPr lvl="1"/>
            <a:r>
              <a:rPr lang="en-US" altLang="ko-KR" dirty="0" err="1" smtClean="0"/>
              <a:t>gi</a:t>
            </a:r>
            <a:r>
              <a:rPr lang="en-US" altLang="ko-KR" dirty="0" err="1" smtClean="0"/>
              <a:t>t</a:t>
            </a:r>
            <a:r>
              <a:rPr lang="en-US" altLang="ko-KR" dirty="0" smtClean="0"/>
              <a:t> checkout </a:t>
            </a:r>
            <a:r>
              <a:rPr lang="ko-KR" altLang="en-US" dirty="0" smtClean="0"/>
              <a:t>을 이용해 </a:t>
            </a:r>
            <a:r>
              <a:rPr lang="en-US" altLang="ko-KR" dirty="0" smtClean="0"/>
              <a:t>message3 </a:t>
            </a:r>
            <a:r>
              <a:rPr lang="ko-KR" altLang="en-US" dirty="0" smtClean="0"/>
              <a:t>버전으로 복구하면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hello1.txt</a:t>
            </a:r>
            <a:r>
              <a:rPr lang="ko-KR" altLang="en-US" dirty="0" smtClean="0"/>
              <a:t>만 존재하던 </a:t>
            </a:r>
            <a:r>
              <a:rPr lang="en-US" altLang="ko-KR" dirty="0" smtClean="0"/>
              <a:t>message3 </a:t>
            </a:r>
            <a:r>
              <a:rPr lang="ko-KR" altLang="en-US" dirty="0" smtClean="0"/>
              <a:t>버전으로 복구가 되었고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현재 버전은 </a:t>
            </a:r>
            <a:r>
              <a:rPr lang="en-US" altLang="ko-KR" dirty="0" smtClean="0"/>
              <a:t>7500f61…</a:t>
            </a:r>
            <a:r>
              <a:rPr lang="ko-KR" altLang="en-US" dirty="0" smtClean="0"/>
              <a:t>이라는 것을 학인 할 수 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이전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버전이 사라진 것은 아니다</a:t>
            </a:r>
            <a:r>
              <a:rPr lang="en-US" altLang="ko-KR" dirty="0" smtClean="0"/>
              <a:t>. Checkout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를 특정 </a:t>
            </a:r>
            <a:r>
              <a:rPr lang="ko-KR" altLang="en-US" dirty="0" err="1" smtClean="0"/>
              <a:t>커밋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을 가리키도록 설정하는 것이다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log –p</a:t>
            </a:r>
          </a:p>
          <a:p>
            <a:pPr lvl="1"/>
            <a:r>
              <a:rPr lang="ko-KR" altLang="en-US" dirty="0" smtClean="0"/>
              <a:t>각 버전에서 수정된 사항을 모두 알려주는 명령어이다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–Checkout</a:t>
            </a:r>
            <a:r>
              <a:rPr lang="ko-KR" altLang="en-US" dirty="0" smtClean="0"/>
              <a:t>과 시간여행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0" y="2492896"/>
            <a:ext cx="44958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50" y="2924944"/>
            <a:ext cx="368617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>
            <a:off x="6095206" y="4365104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83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opentutorials.org/course/3839/22595</a:t>
            </a:r>
          </a:p>
          <a:p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add .</a:t>
            </a:r>
          </a:p>
          <a:p>
            <a:pPr lvl="1"/>
            <a:r>
              <a:rPr lang="ko-KR" altLang="en-US" dirty="0" smtClean="0"/>
              <a:t>현재 </a:t>
            </a:r>
            <a:r>
              <a:rPr lang="en-US" altLang="ko-KR" dirty="0" smtClean="0"/>
              <a:t>directory</a:t>
            </a:r>
            <a:r>
              <a:rPr lang="ko-KR" altLang="en-US" dirty="0" smtClean="0"/>
              <a:t>와 하위에 있는 모든 파일을 </a:t>
            </a:r>
            <a:r>
              <a:rPr lang="en-US" altLang="ko-KR" dirty="0" smtClean="0"/>
              <a:t>add</a:t>
            </a:r>
          </a:p>
          <a:p>
            <a:pPr lvl="1"/>
            <a:r>
              <a:rPr lang="en-US" altLang="ko-KR" dirty="0" err="1" smtClean="0"/>
              <a:t>git</a:t>
            </a:r>
            <a:r>
              <a:rPr lang="en-US" altLang="ko-KR" dirty="0" smtClean="0"/>
              <a:t> add </a:t>
            </a:r>
            <a:r>
              <a:rPr lang="en-US" altLang="ko-KR" dirty="0" err="1" smtClean="0"/>
              <a:t>src</a:t>
            </a:r>
            <a:r>
              <a:rPr lang="ko-KR" altLang="en-US" dirty="0" smtClean="0"/>
              <a:t>와 같이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특정 폴더이름을 명시하여 해당 폴더내의 모든 파일을 </a:t>
            </a:r>
            <a:r>
              <a:rPr lang="en-US" altLang="ko-KR" dirty="0" smtClean="0"/>
              <a:t>add</a:t>
            </a:r>
            <a:r>
              <a:rPr lang="ko-KR" altLang="en-US" dirty="0" smtClean="0"/>
              <a:t>할 수도 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commit –am</a:t>
            </a:r>
          </a:p>
          <a:p>
            <a:pPr lvl="1"/>
            <a:r>
              <a:rPr lang="ko-KR" altLang="en-US" dirty="0" smtClean="0"/>
              <a:t>최초</a:t>
            </a:r>
            <a:r>
              <a:rPr lang="en-US" altLang="ko-KR" dirty="0" smtClean="0"/>
              <a:t>add</a:t>
            </a:r>
            <a:r>
              <a:rPr lang="ko-KR" altLang="en-US" dirty="0" smtClean="0"/>
              <a:t>가 되어 추적되어있는 파일을 </a:t>
            </a:r>
            <a:r>
              <a:rPr lang="en-US" altLang="ko-KR" dirty="0" smtClean="0"/>
              <a:t>add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동시에 수행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Add</a:t>
            </a:r>
            <a:r>
              <a:rPr lang="ko-KR" altLang="en-US" dirty="0" smtClean="0"/>
              <a:t>를 한 적이 없는 파일은 </a:t>
            </a:r>
            <a:r>
              <a:rPr lang="en-US" altLang="ko-KR" dirty="0" smtClean="0"/>
              <a:t>untracked </a:t>
            </a:r>
            <a:r>
              <a:rPr lang="ko-KR" altLang="en-US" dirty="0" smtClean="0"/>
              <a:t>오류가 발생</a:t>
            </a:r>
            <a:endParaRPr lang="en-US" altLang="ko-KR" dirty="0" smtClean="0"/>
          </a:p>
          <a:p>
            <a:pPr marL="455612" lvl="1" indent="0">
              <a:buNone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 –</a:t>
            </a:r>
            <a:r>
              <a:rPr lang="ko-KR" altLang="en-US" dirty="0" smtClean="0"/>
              <a:t>보충수업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199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opentutorials.org/course/3839/22596</a:t>
            </a:r>
          </a:p>
          <a:p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reset</a:t>
            </a:r>
          </a:p>
          <a:p>
            <a:pPr lvl="1"/>
            <a:r>
              <a:rPr lang="ko-KR" altLang="en-US" dirty="0" smtClean="0"/>
              <a:t>특정 버전으로 </a:t>
            </a:r>
            <a:r>
              <a:rPr lang="en-US" altLang="ko-KR" dirty="0" smtClean="0"/>
              <a:t>reset</a:t>
            </a:r>
            <a:r>
              <a:rPr lang="ko-KR" altLang="en-US" dirty="0" smtClean="0"/>
              <a:t>을 하면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가 특정 버전이 되는 것이다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이 과정에서 </a:t>
            </a:r>
            <a:r>
              <a:rPr lang="en-US" altLang="ko-KR" dirty="0" smtClean="0"/>
              <a:t>master branch</a:t>
            </a:r>
            <a:r>
              <a:rPr lang="ko-KR" altLang="en-US" dirty="0" smtClean="0"/>
              <a:t>내에 상위 버전은 삭제된다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 smtClean="0"/>
              <a:t>Mode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--hard, --mixed, --soft, --merge, --keep</a:t>
            </a:r>
            <a:r>
              <a:rPr lang="ko-KR" altLang="en-US" dirty="0" smtClean="0"/>
              <a:t>이 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Modes</a:t>
            </a:r>
          </a:p>
          <a:p>
            <a:pPr lvl="1"/>
            <a:r>
              <a:rPr lang="en-US" altLang="ko-KR" dirty="0" smtClean="0"/>
              <a:t>--hard : working tree, staging area, repository</a:t>
            </a:r>
            <a:r>
              <a:rPr lang="ko-KR" altLang="en-US" dirty="0" smtClean="0"/>
              <a:t>의 내용 모두 삭제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--mixed : repository</a:t>
            </a:r>
            <a:r>
              <a:rPr lang="ko-KR" altLang="en-US" dirty="0" smtClean="0"/>
              <a:t>와</a:t>
            </a:r>
            <a:r>
              <a:rPr lang="en-US" altLang="ko-KR" dirty="0"/>
              <a:t>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의 내용 삭제</a:t>
            </a:r>
            <a:r>
              <a:rPr lang="en-US" altLang="ko-KR" dirty="0" smtClean="0"/>
              <a:t>, </a:t>
            </a:r>
            <a:r>
              <a:rPr lang="en-US" altLang="ko-KR" dirty="0"/>
              <a:t>repository</a:t>
            </a:r>
            <a:r>
              <a:rPr lang="ko-KR" altLang="en-US" dirty="0"/>
              <a:t>에서 </a:t>
            </a:r>
            <a:r>
              <a:rPr lang="en-US" altLang="ko-KR" dirty="0"/>
              <a:t>commit</a:t>
            </a:r>
            <a:r>
              <a:rPr lang="ko-KR" altLang="en-US" dirty="0"/>
              <a:t>된 사실만 삭제되고 해당 파일들은 </a:t>
            </a:r>
            <a:r>
              <a:rPr lang="en-US" altLang="ko-KR" dirty="0" err="1" smtClean="0"/>
              <a:t>unstaged</a:t>
            </a:r>
            <a:r>
              <a:rPr lang="en-US" altLang="ko-KR" dirty="0" smtClean="0"/>
              <a:t> </a:t>
            </a:r>
            <a:r>
              <a:rPr lang="ko-KR" altLang="en-US" dirty="0"/>
              <a:t>상태로 </a:t>
            </a:r>
            <a:r>
              <a:rPr lang="en-US" altLang="ko-KR" dirty="0"/>
              <a:t>working tree</a:t>
            </a:r>
            <a:r>
              <a:rPr lang="ko-KR" altLang="en-US" dirty="0"/>
              <a:t>에 </a:t>
            </a:r>
            <a:r>
              <a:rPr lang="ko-KR" altLang="en-US" dirty="0" smtClean="0"/>
              <a:t>보존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--soft : repository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된 사실만 삭제되고 해당 파일들은 </a:t>
            </a:r>
            <a:r>
              <a:rPr lang="en-US" altLang="ko-KR" dirty="0" smtClean="0"/>
              <a:t>staged </a:t>
            </a:r>
            <a:r>
              <a:rPr lang="ko-KR" altLang="en-US" dirty="0" smtClean="0"/>
              <a:t>상태로 </a:t>
            </a:r>
            <a:r>
              <a:rPr lang="en-US" altLang="ko-KR" dirty="0" smtClean="0"/>
              <a:t>working tree</a:t>
            </a:r>
            <a:r>
              <a:rPr lang="ko-KR" altLang="en-US" dirty="0" smtClean="0"/>
              <a:t>에 보존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–</a:t>
            </a:r>
            <a:r>
              <a:rPr lang="ko-KR" altLang="en-US" dirty="0" smtClean="0"/>
              <a:t>버전 삭제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294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opentutorials.org/course/3839/22597</a:t>
            </a:r>
            <a:endParaRPr lang="en-US" altLang="ko-KR" dirty="0" smtClean="0"/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revert</a:t>
            </a:r>
          </a:p>
          <a:p>
            <a:pPr lvl="1"/>
            <a:r>
              <a:rPr lang="en-US" altLang="ko-KR" dirty="0" smtClean="0"/>
              <a:t>Reset</a:t>
            </a:r>
            <a:r>
              <a:rPr lang="ko-KR" altLang="en-US" dirty="0" smtClean="0"/>
              <a:t>과 달리 이전 버전으로 되돌리고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이후에 생겼던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지우지 않고 기록을 남기면서 버전을 되돌린다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현재 </a:t>
            </a:r>
            <a:r>
              <a:rPr lang="en-US" altLang="ko-KR" dirty="0" smtClean="0"/>
              <a:t>R5</a:t>
            </a:r>
            <a:r>
              <a:rPr lang="ko-KR" altLang="en-US" dirty="0" smtClean="0"/>
              <a:t>가 </a:t>
            </a:r>
            <a:r>
              <a:rPr lang="ko-KR" altLang="en-US" dirty="0" err="1" smtClean="0"/>
              <a:t>커밋되어있고</a:t>
            </a:r>
            <a:r>
              <a:rPr lang="en-US" altLang="ko-KR" dirty="0" smtClean="0"/>
              <a:t>, R5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revert</a:t>
            </a:r>
            <a:r>
              <a:rPr lang="ko-KR" altLang="en-US" dirty="0" smtClean="0"/>
              <a:t>시켜 이전 버전인 </a:t>
            </a:r>
            <a:r>
              <a:rPr lang="en-US" altLang="ko-KR" dirty="0" smtClean="0"/>
              <a:t>R4</a:t>
            </a:r>
            <a:r>
              <a:rPr lang="ko-KR" altLang="en-US" dirty="0" smtClean="0"/>
              <a:t>로 되돌리고자 한다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revert &lt;R4 id&gt;</a:t>
            </a:r>
            <a:r>
              <a:rPr lang="ko-KR" altLang="en-US" dirty="0" smtClean="0"/>
              <a:t>를 명령하면 자동으로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이 되어 파일이 </a:t>
            </a:r>
            <a:r>
              <a:rPr lang="en-US" altLang="ko-KR" dirty="0" smtClean="0"/>
              <a:t>R4</a:t>
            </a:r>
            <a:r>
              <a:rPr lang="ko-KR" altLang="en-US" dirty="0" smtClean="0"/>
              <a:t>로 되돌아가고</a:t>
            </a:r>
            <a:r>
              <a:rPr lang="en-US" altLang="ko-KR" dirty="0" smtClean="0"/>
              <a:t>, R5</a:t>
            </a:r>
            <a:r>
              <a:rPr lang="ko-KR" altLang="en-US" dirty="0" smtClean="0"/>
              <a:t>가 삭제되지 않고 </a:t>
            </a:r>
            <a:r>
              <a:rPr lang="en-US" altLang="ko-KR" dirty="0" smtClean="0"/>
              <a:t>revert</a:t>
            </a:r>
            <a:r>
              <a:rPr lang="ko-KR" altLang="en-US" dirty="0" smtClean="0"/>
              <a:t>기록이 추가된다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–</a:t>
            </a:r>
            <a:r>
              <a:rPr lang="ko-KR" altLang="en-US" dirty="0" smtClean="0"/>
              <a:t>버전 </a:t>
            </a:r>
            <a:r>
              <a:rPr lang="ko-KR" altLang="en-US" dirty="0" smtClean="0"/>
              <a:t>되돌리</a:t>
            </a:r>
            <a:r>
              <a:rPr lang="ko-KR" altLang="en-US" dirty="0"/>
              <a:t>기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22" y="2295525"/>
            <a:ext cx="31432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4581128"/>
            <a:ext cx="478155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102" y="4725144"/>
            <a:ext cx="31432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1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opentutorials.org/course/3840/23677</a:t>
            </a:r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branch</a:t>
            </a:r>
          </a:p>
          <a:p>
            <a:pPr lvl="1"/>
            <a:r>
              <a:rPr lang="en-US" altLang="ko-KR" dirty="0" smtClean="0"/>
              <a:t>Branch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switch</a:t>
            </a:r>
          </a:p>
          <a:p>
            <a:pPr lvl="1"/>
            <a:r>
              <a:rPr lang="ko-KR" altLang="en-US" dirty="0" smtClean="0"/>
              <a:t>원하는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로 이동</a:t>
            </a:r>
            <a:endParaRPr lang="en-US" altLang="ko-KR" dirty="0" smtClean="0"/>
          </a:p>
          <a:p>
            <a:pPr lvl="1"/>
            <a:r>
              <a:rPr lang="en-US" altLang="ko-KR" dirty="0"/>
              <a:t>Head</a:t>
            </a:r>
            <a:r>
              <a:rPr lang="ko-KR" altLang="en-US" dirty="0"/>
              <a:t>가 해당 </a:t>
            </a:r>
            <a:r>
              <a:rPr lang="en-US" altLang="ko-KR" dirty="0"/>
              <a:t>branch</a:t>
            </a:r>
            <a:r>
              <a:rPr lang="ko-KR" altLang="en-US" dirty="0"/>
              <a:t>를 가리킴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Branch &amp; Conflict </a:t>
            </a:r>
            <a:r>
              <a:rPr lang="en-US" altLang="ko-KR" dirty="0" smtClean="0"/>
              <a:t>–branch</a:t>
            </a:r>
            <a:r>
              <a:rPr lang="ko-KR" altLang="en-US" dirty="0" smtClean="0"/>
              <a:t>사용법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07" y="3717032"/>
            <a:ext cx="3444707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184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opentutorials.org/course/3840/23684</a:t>
            </a:r>
          </a:p>
          <a:p>
            <a:r>
              <a:rPr lang="en-US" altLang="ko-KR" dirty="0" smtClean="0"/>
              <a:t>3 way merge</a:t>
            </a:r>
          </a:p>
          <a:p>
            <a:pPr lvl="1"/>
            <a:r>
              <a:rPr lang="en-US" altLang="ko-KR" dirty="0" err="1" smtClean="0"/>
              <a:t>Git</a:t>
            </a:r>
            <a:r>
              <a:rPr lang="ko-KR" altLang="en-US" dirty="0" smtClean="0"/>
              <a:t>이 충돌을 처리하는 방법이다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두 파생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할 때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와 비교하여 파생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간의 비교인 </a:t>
            </a:r>
            <a:r>
              <a:rPr lang="en-US" altLang="ko-KR" dirty="0" smtClean="0"/>
              <a:t>2 way</a:t>
            </a:r>
            <a:r>
              <a:rPr lang="ko-KR" altLang="en-US" dirty="0" smtClean="0"/>
              <a:t>보다 훨씬 더 많은 부분을 자동으로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할 수 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3 way merge</a:t>
            </a:r>
            <a:r>
              <a:rPr lang="ko-KR" altLang="en-US" dirty="0" smtClean="0"/>
              <a:t>에서도 서로 다른 두 파생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master branch</a:t>
            </a:r>
            <a:r>
              <a:rPr lang="ko-KR" altLang="en-US" dirty="0" smtClean="0"/>
              <a:t>와도 다른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가지면 충돌이 일어난다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Merge commit</a:t>
            </a:r>
          </a:p>
          <a:p>
            <a:pPr lvl="1"/>
            <a:r>
              <a:rPr lang="ko-KR" altLang="en-US" dirty="0" smtClean="0"/>
              <a:t>두 버전이 병합된 결과를 </a:t>
            </a:r>
            <a:r>
              <a:rPr lang="en-US" altLang="ko-KR" dirty="0" smtClean="0"/>
              <a:t>merge commit</a:t>
            </a:r>
            <a:r>
              <a:rPr lang="ko-KR" altLang="en-US" dirty="0" smtClean="0"/>
              <a:t>라 칭한다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Head</a:t>
            </a:r>
            <a:r>
              <a:rPr lang="ko-KR" altLang="en-US" dirty="0" smtClean="0"/>
              <a:t>가 해당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가리킴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Branch &amp; Conflict </a:t>
            </a:r>
            <a:r>
              <a:rPr lang="en-US" altLang="ko-KR" dirty="0" smtClean="0"/>
              <a:t>–3 way merge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46" y="3580335"/>
            <a:ext cx="6408712" cy="147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2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opentutorials.org/course/3840/23693</a:t>
            </a:r>
          </a:p>
          <a:p>
            <a:r>
              <a:rPr lang="en-US" altLang="ko-KR" dirty="0" smtClean="0"/>
              <a:t>Reset vs Checkout</a:t>
            </a:r>
          </a:p>
          <a:p>
            <a:pPr lvl="1"/>
            <a:r>
              <a:rPr lang="en-US" altLang="ko-KR" dirty="0" smtClean="0"/>
              <a:t>Checkout : head</a:t>
            </a:r>
            <a:r>
              <a:rPr lang="ko-KR" altLang="en-US" dirty="0" smtClean="0"/>
              <a:t>가 가리키는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변경하는 명령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이때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직접 가리키는 것을 </a:t>
            </a:r>
            <a:r>
              <a:rPr lang="en-US" altLang="ko-KR" dirty="0" smtClean="0"/>
              <a:t>detached head</a:t>
            </a:r>
            <a:r>
              <a:rPr lang="ko-KR" altLang="en-US" dirty="0" smtClean="0"/>
              <a:t>라고 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 smtClean="0"/>
              <a:t>Reset : branch</a:t>
            </a:r>
            <a:r>
              <a:rPr lang="ko-KR" altLang="en-US" dirty="0" smtClean="0"/>
              <a:t>가 가리키는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바꾸는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이후의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은 더 이상 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 소속되지 않으므로 삭제가 된다</a:t>
            </a:r>
            <a:r>
              <a:rPr lang="en-US" altLang="ko-KR" dirty="0" smtClean="0"/>
              <a:t>.</a:t>
            </a:r>
          </a:p>
          <a:p>
            <a:pPr marL="455612" lvl="1" indent="0">
              <a:buNone/>
            </a:pPr>
            <a:endParaRPr lang="en-US" altLang="ko-KR" dirty="0"/>
          </a:p>
          <a:p>
            <a:pPr marL="455612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Branch &amp; Conflict </a:t>
            </a:r>
            <a:r>
              <a:rPr lang="en-US" altLang="ko-KR" dirty="0" smtClean="0"/>
              <a:t>– reset vs checkout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725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opentutorials.org/course/3841/23693</a:t>
            </a:r>
          </a:p>
          <a:p>
            <a:r>
              <a:rPr lang="en-US" altLang="ko-KR" dirty="0" smtClean="0"/>
              <a:t>Reset vs Checkout</a:t>
            </a:r>
          </a:p>
          <a:p>
            <a:pPr lvl="1"/>
            <a:r>
              <a:rPr lang="en-US" altLang="ko-KR" dirty="0" smtClean="0"/>
              <a:t>Checkout : head</a:t>
            </a:r>
            <a:r>
              <a:rPr lang="ko-KR" altLang="en-US" dirty="0" smtClean="0"/>
              <a:t>가 가리키는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변경하는 명령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이때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직접 가리키는 것을 </a:t>
            </a:r>
            <a:r>
              <a:rPr lang="en-US" altLang="ko-KR" dirty="0" smtClean="0"/>
              <a:t>detached head</a:t>
            </a:r>
            <a:r>
              <a:rPr lang="ko-KR" altLang="en-US" dirty="0" smtClean="0"/>
              <a:t>라고 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 smtClean="0"/>
              <a:t>Reset : branch</a:t>
            </a:r>
            <a:r>
              <a:rPr lang="ko-KR" altLang="en-US" dirty="0" smtClean="0"/>
              <a:t>가 가리키는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바꾸는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이후의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은 더 이상 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 소속되지 않으므로 삭제가 된다</a:t>
            </a:r>
            <a:r>
              <a:rPr lang="en-US" altLang="ko-KR" dirty="0" smtClean="0"/>
              <a:t>.</a:t>
            </a:r>
          </a:p>
          <a:p>
            <a:pPr marL="455612" lvl="1" indent="0">
              <a:buNone/>
            </a:pPr>
            <a:endParaRPr lang="en-US" altLang="ko-KR" dirty="0"/>
          </a:p>
          <a:p>
            <a:pPr marL="455612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Backup</a:t>
            </a:r>
            <a:r>
              <a:rPr lang="en-US" altLang="ko-KR" smtClean="0"/>
              <a:t>–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32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r>
              <a:rPr lang="en-US" altLang="ko-KR" dirty="0" smtClean="0"/>
              <a:t>Revert </a:t>
            </a:r>
            <a:r>
              <a:rPr lang="ko-KR" altLang="en-US" dirty="0" smtClean="0"/>
              <a:t>유의사항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직전의 버전이 아닌 몇 단계 전의 버전으로 되돌아 가고자 할 때는 원하는 버전의 부모 </a:t>
            </a:r>
            <a:r>
              <a:rPr lang="en-US" altLang="ko-KR" dirty="0" smtClean="0"/>
              <a:t>commit id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revert</a:t>
            </a:r>
            <a:r>
              <a:rPr lang="ko-KR" altLang="en-US" dirty="0" smtClean="0"/>
              <a:t>수행하면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충돌이 일어날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그래서 몇 단계 전의 버전으로 되돌아 가기 위해선 역순으로 한번씩 </a:t>
            </a:r>
            <a:r>
              <a:rPr lang="en-US" altLang="ko-KR" dirty="0" smtClean="0"/>
              <a:t>revert</a:t>
            </a:r>
            <a:r>
              <a:rPr lang="ko-KR" altLang="en-US" dirty="0" err="1" smtClean="0"/>
              <a:t>시켜야한다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예를 들어</a:t>
            </a:r>
            <a:r>
              <a:rPr lang="en-US" altLang="ko-KR" dirty="0" smtClean="0"/>
              <a:t>, R1-&gt;R2-&gt;R3-&gt;R4 </a:t>
            </a:r>
            <a:r>
              <a:rPr lang="ko-KR" altLang="en-US" dirty="0" smtClean="0"/>
              <a:t>순으로 </a:t>
            </a:r>
            <a:r>
              <a:rPr lang="ko-KR" altLang="en-US" dirty="0" err="1" smtClean="0"/>
              <a:t>커밋되었고</a:t>
            </a:r>
            <a:r>
              <a:rPr lang="ko-KR" altLang="en-US" dirty="0" smtClean="0"/>
              <a:t> </a:t>
            </a:r>
            <a:r>
              <a:rPr lang="en-US" altLang="ko-KR" dirty="0" smtClean="0"/>
              <a:t>R1</a:t>
            </a:r>
            <a:r>
              <a:rPr lang="ko-KR" altLang="en-US" dirty="0" smtClean="0"/>
              <a:t>으로 되돌아 가기 위해선</a:t>
            </a:r>
            <a:r>
              <a:rPr lang="en-US" altLang="ko-KR" dirty="0" smtClean="0"/>
              <a:t>, revert R4, revert R3, revert R2</a:t>
            </a:r>
            <a:r>
              <a:rPr lang="ko-KR" altLang="en-US" dirty="0" smtClean="0"/>
              <a:t>로 역순으로 </a:t>
            </a:r>
            <a:r>
              <a:rPr lang="en-US" altLang="ko-KR" dirty="0" smtClean="0"/>
              <a:t>revert </a:t>
            </a:r>
            <a:r>
              <a:rPr lang="ko-KR" altLang="en-US" dirty="0" smtClean="0"/>
              <a:t>해야 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–</a:t>
            </a:r>
            <a:r>
              <a:rPr lang="ko-KR" altLang="en-US" dirty="0" smtClean="0"/>
              <a:t>버전 </a:t>
            </a:r>
            <a:r>
              <a:rPr lang="ko-KR" altLang="en-US" dirty="0" smtClean="0"/>
              <a:t>되돌리</a:t>
            </a:r>
            <a:r>
              <a:rPr lang="ko-KR" altLang="en-US" dirty="0"/>
              <a:t>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66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CWI_Master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7781</TotalTime>
  <Words>919</Words>
  <Application>Microsoft Office PowerPoint</Application>
  <PresentationFormat>사용자 지정</PresentationFormat>
  <Paragraphs>171</Paragraphs>
  <Slides>18</Slides>
  <Notes>15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1_CWI_Master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NB09</cp:lastModifiedBy>
  <cp:revision>442</cp:revision>
  <cp:lastPrinted>2018-07-24T23:54:22Z</cp:lastPrinted>
  <dcterms:created xsi:type="dcterms:W3CDTF">2018-04-15T08:09:27Z</dcterms:created>
  <dcterms:modified xsi:type="dcterms:W3CDTF">2019-12-26T08:35:35Z</dcterms:modified>
</cp:coreProperties>
</file>