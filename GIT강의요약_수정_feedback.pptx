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  <p:sldMasterId id="2147483668" r:id="rId2"/>
  </p:sldMasterIdLst>
  <p:notesMasterIdLst>
    <p:notesMasterId r:id="rId23"/>
  </p:notesMasterIdLst>
  <p:handoutMasterIdLst>
    <p:handoutMasterId r:id="rId24"/>
  </p:handoutMasterIdLst>
  <p:sldIdLst>
    <p:sldId id="256" r:id="rId3"/>
    <p:sldId id="301" r:id="rId4"/>
    <p:sldId id="317" r:id="rId5"/>
    <p:sldId id="305" r:id="rId6"/>
    <p:sldId id="308" r:id="rId7"/>
    <p:sldId id="309" r:id="rId8"/>
    <p:sldId id="310" r:id="rId9"/>
    <p:sldId id="311" r:id="rId10"/>
    <p:sldId id="312" r:id="rId11"/>
    <p:sldId id="313" r:id="rId12"/>
    <p:sldId id="314" r:id="rId13"/>
    <p:sldId id="315" r:id="rId14"/>
    <p:sldId id="316" r:id="rId15"/>
    <p:sldId id="318" r:id="rId16"/>
    <p:sldId id="319" r:id="rId17"/>
    <p:sldId id="320" r:id="rId18"/>
    <p:sldId id="321" r:id="rId19"/>
    <p:sldId id="322" r:id="rId20"/>
    <p:sldId id="323" r:id="rId21"/>
    <p:sldId id="324" r:id="rId22"/>
  </p:sldIdLst>
  <p:sldSz cx="12190413" cy="6858000"/>
  <p:notesSz cx="7104063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CF2"/>
    <a:srgbClr val="000AF2"/>
    <a:srgbClr val="575FFF"/>
    <a:srgbClr val="A6BBC0"/>
    <a:srgbClr val="00007A"/>
    <a:srgbClr val="6E6EF0"/>
    <a:srgbClr val="000099"/>
    <a:srgbClr val="7177F5"/>
    <a:srgbClr val="8589E1"/>
    <a:srgbClr val="0000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어두운 스타일 2 - 강조 5/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80" autoAdjust="0"/>
    <p:restoredTop sz="71972" autoAdjust="0"/>
  </p:normalViewPr>
  <p:slideViewPr>
    <p:cSldViewPr>
      <p:cViewPr>
        <p:scale>
          <a:sx n="80" d="100"/>
          <a:sy n="80" d="100"/>
        </p:scale>
        <p:origin x="-72" y="12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109" d="100"/>
          <a:sy n="109" d="100"/>
        </p:scale>
        <p:origin x="-1782" y="-96"/>
      </p:cViewPr>
      <p:guideLst>
        <p:guide orient="horz" pos="3223"/>
        <p:guide pos="223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9202" cy="512222"/>
          </a:xfrm>
          <a:prstGeom prst="rect">
            <a:avLst/>
          </a:prstGeom>
        </p:spPr>
        <p:txBody>
          <a:bodyPr vert="horz" lIns="94763" tIns="47381" rIns="94763" bIns="47381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3204" y="1"/>
            <a:ext cx="3079202" cy="512222"/>
          </a:xfrm>
          <a:prstGeom prst="rect">
            <a:avLst/>
          </a:prstGeom>
        </p:spPr>
        <p:txBody>
          <a:bodyPr vert="horz" lIns="94763" tIns="47381" rIns="94763" bIns="47381" rtlCol="0"/>
          <a:lstStyle>
            <a:lvl1pPr algn="r">
              <a:defRPr sz="1200"/>
            </a:lvl1pPr>
          </a:lstStyle>
          <a:p>
            <a:fld id="{116EA778-A631-434F-BFF3-F7E06EDCB603}" type="datetime1">
              <a:rPr lang="ko-KR" altLang="en-US" smtClean="0"/>
              <a:t>2019-12-30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720756"/>
            <a:ext cx="3079202" cy="512222"/>
          </a:xfrm>
          <a:prstGeom prst="rect">
            <a:avLst/>
          </a:prstGeom>
        </p:spPr>
        <p:txBody>
          <a:bodyPr vert="horz" lIns="94763" tIns="47381" rIns="94763" bIns="47381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3204" y="9720756"/>
            <a:ext cx="3079202" cy="512222"/>
          </a:xfrm>
          <a:prstGeom prst="rect">
            <a:avLst/>
          </a:prstGeom>
        </p:spPr>
        <p:txBody>
          <a:bodyPr vert="horz" lIns="94763" tIns="47381" rIns="94763" bIns="47381" rtlCol="0" anchor="b"/>
          <a:lstStyle>
            <a:lvl1pPr algn="r">
              <a:defRPr sz="1200"/>
            </a:lvl1pPr>
          </a:lstStyle>
          <a:p>
            <a:fld id="{8DD17336-86B1-4D05-A35C-C8179A92D0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664285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3" y="3"/>
            <a:ext cx="3078427" cy="511730"/>
          </a:xfrm>
          <a:prstGeom prst="rect">
            <a:avLst/>
          </a:prstGeom>
        </p:spPr>
        <p:txBody>
          <a:bodyPr vert="horz" lIns="94763" tIns="47381" rIns="94763" bIns="47381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5" y="3"/>
            <a:ext cx="3078427" cy="511730"/>
          </a:xfrm>
          <a:prstGeom prst="rect">
            <a:avLst/>
          </a:prstGeom>
        </p:spPr>
        <p:txBody>
          <a:bodyPr vert="horz" lIns="94763" tIns="47381" rIns="94763" bIns="47381" rtlCol="0"/>
          <a:lstStyle>
            <a:lvl1pPr algn="r">
              <a:defRPr sz="1200"/>
            </a:lvl1pPr>
          </a:lstStyle>
          <a:p>
            <a:fld id="{5CAF9CA4-C74C-45E7-B152-A78D49EA7F5B}" type="datetime1">
              <a:rPr lang="ko-KR" altLang="en-US" smtClean="0"/>
              <a:t>2019-12-30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46050" y="769938"/>
            <a:ext cx="6811963" cy="3833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63" tIns="47381" rIns="94763" bIns="47381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861444"/>
            <a:ext cx="5683250" cy="4605576"/>
          </a:xfrm>
          <a:prstGeom prst="rect">
            <a:avLst/>
          </a:prstGeom>
        </p:spPr>
        <p:txBody>
          <a:bodyPr vert="horz" lIns="94763" tIns="47381" rIns="94763" bIns="47381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3" y="9721108"/>
            <a:ext cx="3078427" cy="511730"/>
          </a:xfrm>
          <a:prstGeom prst="rect">
            <a:avLst/>
          </a:prstGeom>
        </p:spPr>
        <p:txBody>
          <a:bodyPr vert="horz" lIns="94763" tIns="47381" rIns="94763" bIns="47381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5" y="9721108"/>
            <a:ext cx="3078427" cy="511730"/>
          </a:xfrm>
          <a:prstGeom prst="rect">
            <a:avLst/>
          </a:prstGeom>
        </p:spPr>
        <p:txBody>
          <a:bodyPr vert="horz" lIns="94763" tIns="47381" rIns="94763" bIns="47381" rtlCol="0" anchor="b"/>
          <a:lstStyle>
            <a:lvl1pPr algn="r">
              <a:defRPr sz="1200"/>
            </a:lvl1pPr>
          </a:lstStyle>
          <a:p>
            <a:fld id="{4E025991-99C1-45BD-9B9C-EE77FBC27C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412707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강의 링크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025991-99C1-45BD-9B9C-EE77FBC27CD0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2588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강의 링크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025991-99C1-45BD-9B9C-EE77FBC27CD0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2588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강의 링크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025991-99C1-45BD-9B9C-EE77FBC27CD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2588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강의 링크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025991-99C1-45BD-9B9C-EE77FBC27CD0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2588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강의 링크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025991-99C1-45BD-9B9C-EE77FBC27CD0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2588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강의 링크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025991-99C1-45BD-9B9C-EE77FBC27CD0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2588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강의 링크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025991-99C1-45BD-9B9C-EE77FBC27CD0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2588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강의 링크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025991-99C1-45BD-9B9C-EE77FBC27CD0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2588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강의 링크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025991-99C1-45BD-9B9C-EE77FBC27CD0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2588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강의 링크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025991-99C1-45BD-9B9C-EE77FBC27CD0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2588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강의 링크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025991-99C1-45BD-9B9C-EE77FBC27CD0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2588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강의 링크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025991-99C1-45BD-9B9C-EE77FBC27CD0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2588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강의 링크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025991-99C1-45BD-9B9C-EE77FBC27CD0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2588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강의 링크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025991-99C1-45BD-9B9C-EE77FBC27CD0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2588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강의 링크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025991-99C1-45BD-9B9C-EE77FBC27CD0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2588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강의 링크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025991-99C1-45BD-9B9C-EE77FBC27CD0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2588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강의 링크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025991-99C1-45BD-9B9C-EE77FBC27CD0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2588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강의 링크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025991-99C1-45BD-9B9C-EE77FBC27CD0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258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Main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13"/>
          <p:cNvSpPr>
            <a:spLocks noGrp="1"/>
          </p:cNvSpPr>
          <p:nvPr>
            <p:ph type="body" sz="quarter" idx="11" hasCustomPrompt="1"/>
          </p:nvPr>
        </p:nvSpPr>
        <p:spPr>
          <a:xfrm>
            <a:off x="8526338" y="4005065"/>
            <a:ext cx="3520755" cy="2189699"/>
          </a:xfrm>
        </p:spPr>
        <p:txBody>
          <a:bodyPr/>
          <a:lstStyle>
            <a:lvl1pPr marL="0" indent="0">
              <a:buNone/>
              <a:defRPr lang="ko-KR" altLang="en-US" sz="1800" b="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1pPr>
            <a:lvl2pPr marL="455612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2pPr>
            <a:lvl3pPr marL="914400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3pPr>
            <a:lvl4pPr marL="1371600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4pPr>
            <a:lvl5pPr>
              <a:defRPr lang="ko-KR" altLang="en-US" sz="1100" kern="1200" dirty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5pPr>
          </a:lstStyle>
          <a:p>
            <a:pPr lvl="0"/>
            <a:r>
              <a:rPr lang="ko-KR" altLang="en-US" dirty="0" smtClean="0"/>
              <a:t>목차 </a:t>
            </a:r>
            <a:r>
              <a:rPr lang="en-US" altLang="ko-KR" dirty="0" smtClean="0"/>
              <a:t>1</a:t>
            </a:r>
            <a:endParaRPr lang="ko-KR" altLang="en-US" dirty="0" smtClean="0"/>
          </a:p>
        </p:txBody>
      </p:sp>
      <p:sp>
        <p:nvSpPr>
          <p:cNvPr id="11" name="텍스트 개체 틀 11"/>
          <p:cNvSpPr>
            <a:spLocks noGrp="1"/>
          </p:cNvSpPr>
          <p:nvPr>
            <p:ph type="body" sz="quarter" idx="10" hasCustomPrompt="1"/>
          </p:nvPr>
        </p:nvSpPr>
        <p:spPr>
          <a:xfrm>
            <a:off x="719309" y="3963965"/>
            <a:ext cx="7583855" cy="569219"/>
          </a:xfrm>
        </p:spPr>
        <p:txBody>
          <a:bodyPr/>
          <a:lstStyle>
            <a:lvl1pPr marL="0" indent="0" algn="r">
              <a:buNone/>
              <a:defRPr lang="ko-KR" altLang="en-US" sz="2000" b="1" kern="1200" dirty="0" smtClean="0">
                <a:solidFill>
                  <a:srgbClr val="000099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n-cs"/>
              </a:defRPr>
            </a:lvl1pPr>
          </a:lstStyle>
          <a:p>
            <a:pPr lvl="0"/>
            <a:r>
              <a:rPr lang="ko-KR" altLang="en-US" dirty="0" smtClean="0"/>
              <a:t>제목 </a:t>
            </a:r>
            <a:r>
              <a:rPr lang="en-US" altLang="ko-KR" dirty="0" smtClean="0"/>
              <a:t>1</a:t>
            </a:r>
            <a:endParaRPr lang="ko-KR" altLang="en-US" dirty="0"/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8399163" y="3933934"/>
            <a:ext cx="0" cy="2303379"/>
          </a:xfrm>
          <a:prstGeom prst="line">
            <a:avLst/>
          </a:prstGeom>
          <a:ln w="15875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C:\Users\2003201\Downloads\Work\CW\logo png\symbol+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326" y="1268760"/>
            <a:ext cx="4680000" cy="584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3419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Sub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772232"/>
            <a:ext cx="12190413" cy="864961"/>
          </a:xfrm>
        </p:spPr>
        <p:txBody>
          <a:bodyPr anchor="ctr"/>
          <a:lstStyle>
            <a:lvl1pPr algn="ctr">
              <a:lnSpc>
                <a:spcPts val="4498"/>
              </a:lnSpc>
              <a:defRPr sz="4500" spc="-15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4" name="슬라이드 번호 개체 틀 1"/>
          <p:cNvSpPr txBox="1">
            <a:spLocks/>
          </p:cNvSpPr>
          <p:nvPr userDrawn="1"/>
        </p:nvSpPr>
        <p:spPr>
          <a:xfrm>
            <a:off x="5789140" y="6500084"/>
            <a:ext cx="612134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pic>
        <p:nvPicPr>
          <p:cNvPr id="7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983638" y="6536208"/>
            <a:ext cx="2062800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9734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Sub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772232"/>
            <a:ext cx="12190413" cy="864961"/>
          </a:xfrm>
        </p:spPr>
        <p:txBody>
          <a:bodyPr anchor="ctr"/>
          <a:lstStyle>
            <a:lvl1pPr algn="ctr">
              <a:lnSpc>
                <a:spcPts val="4498"/>
              </a:lnSpc>
              <a:defRPr sz="4500" spc="-15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0" y="548680"/>
            <a:ext cx="12190413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1"/>
          <p:cNvSpPr txBox="1">
            <a:spLocks/>
          </p:cNvSpPr>
          <p:nvPr userDrawn="1"/>
        </p:nvSpPr>
        <p:spPr>
          <a:xfrm>
            <a:off x="5789140" y="6500084"/>
            <a:ext cx="612134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sp>
        <p:nvSpPr>
          <p:cNvPr id="10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239153" y="1"/>
            <a:ext cx="11951260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rgbClr val="000CF2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pic>
        <p:nvPicPr>
          <p:cNvPr id="8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983638" y="6536208"/>
            <a:ext cx="2062800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8195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sz="half" idx="10"/>
          </p:nvPr>
        </p:nvSpPr>
        <p:spPr>
          <a:xfrm>
            <a:off x="239319" y="736601"/>
            <a:ext cx="11308336" cy="538754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>
            <a:lvl1pPr>
              <a:defRPr lang="ko-KR" altLang="en-US" sz="2000" dirty="0" smtClean="0"/>
            </a:lvl1pPr>
            <a:lvl2pPr>
              <a:defRPr lang="ko-KR" altLang="en-US" dirty="0" smtClean="0"/>
            </a:lvl2pPr>
            <a:lvl3pPr>
              <a:defRPr lang="ko-KR" altLang="en-US" dirty="0" smtClean="0"/>
            </a:lvl3pPr>
            <a:lvl4pPr>
              <a:defRPr lang="ko-KR" altLang="en-US" dirty="0" smtClean="0"/>
            </a:lvl4pPr>
          </a:lstStyle>
          <a:p>
            <a:pPr lvl="0">
              <a:lnSpc>
                <a:spcPct val="120000"/>
              </a:lnSpc>
              <a:buSzPct val="100000"/>
            </a:pPr>
            <a:r>
              <a:rPr lang="ko-KR" altLang="en-US" dirty="0" smtClean="0"/>
              <a:t>마스터 텍스트 스타일을 편집합니다</a:t>
            </a:r>
          </a:p>
          <a:p>
            <a:pPr lvl="1">
              <a:lnSpc>
                <a:spcPct val="110000"/>
              </a:lnSpc>
            </a:pPr>
            <a:r>
              <a:rPr lang="ko-KR" altLang="en-US" dirty="0" smtClean="0"/>
              <a:t>둘째 수준</a:t>
            </a:r>
          </a:p>
          <a:p>
            <a:pPr lvl="2">
              <a:lnSpc>
                <a:spcPct val="110000"/>
              </a:lnSpc>
            </a:pPr>
            <a:r>
              <a:rPr lang="ko-KR" altLang="en-US" dirty="0" smtClean="0"/>
              <a:t>셋째 수준</a:t>
            </a:r>
          </a:p>
          <a:p>
            <a:pPr lvl="3">
              <a:lnSpc>
                <a:spcPct val="110000"/>
              </a:lnSpc>
            </a:pPr>
            <a:r>
              <a:rPr lang="ko-KR" altLang="en-US" dirty="0" smtClean="0"/>
              <a:t>넷째 수준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0" y="6491423"/>
            <a:ext cx="12190413" cy="377692"/>
          </a:xfrm>
          <a:prstGeom prst="rect">
            <a:avLst/>
          </a:prstGeom>
        </p:spPr>
        <p:txBody>
          <a:bodyPr lIns="91435" tIns="45717" rIns="91435" bIns="45717" anchor="ctr"/>
          <a:lstStyle>
            <a:lvl1pPr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9pPr>
          </a:lstStyle>
          <a:p>
            <a:pPr algn="ctr" latinLnBrk="0"/>
            <a:fld id="{F47D902D-36B8-44A0-ACE6-30B2D1D590DA}" type="slidenum">
              <a:rPr kumimoji="0" lang="en-US" altLang="ko-KR" sz="1100" b="0">
                <a:solidFill>
                  <a:srgbClr val="000099"/>
                </a:solidFill>
                <a:latin typeface="Arial" panose="020B0604020202020204" pitchFamily="34" charset="0"/>
                <a:ea typeface="Univers LT Std 45 Light"/>
                <a:cs typeface="Arial" panose="020B0604020202020204" pitchFamily="34" charset="0"/>
              </a:rPr>
              <a:pPr algn="ctr" latinLnBrk="0"/>
              <a:t>‹#›</a:t>
            </a:fld>
            <a:endParaRPr kumimoji="0" lang="en-US" altLang="ko-KR" sz="1200" b="0" dirty="0">
              <a:solidFill>
                <a:srgbClr val="000099"/>
              </a:solidFill>
              <a:latin typeface="Arial" panose="020B0604020202020204" pitchFamily="34" charset="0"/>
              <a:ea typeface="Univers LT Std 45 Light"/>
              <a:cs typeface="Arial" panose="020B0604020202020204" pitchFamily="34" charset="0"/>
            </a:endParaRPr>
          </a:p>
        </p:txBody>
      </p:sp>
      <p:sp>
        <p:nvSpPr>
          <p:cNvPr id="11" name="슬라이드 번호 개체 틀 1"/>
          <p:cNvSpPr txBox="1">
            <a:spLocks/>
          </p:cNvSpPr>
          <p:nvPr userDrawn="1"/>
        </p:nvSpPr>
        <p:spPr>
          <a:xfrm>
            <a:off x="5789140" y="6500084"/>
            <a:ext cx="612134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1386F3-A587-4026-92F9-58CD840FC4C1}" type="slidenum">
              <a:rPr lang="ko-KR" altLang="en-US" sz="10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239153" y="1"/>
            <a:ext cx="11951260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rgbClr val="000CF2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0" y="548680"/>
            <a:ext cx="12190413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983638" y="6536208"/>
            <a:ext cx="2062800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1140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Title &amp; contents &amp;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0" y="6491423"/>
            <a:ext cx="12190413" cy="377692"/>
          </a:xfrm>
          <a:prstGeom prst="rect">
            <a:avLst/>
          </a:prstGeom>
        </p:spPr>
        <p:txBody>
          <a:bodyPr lIns="91435" tIns="45717" rIns="91435" bIns="45717" anchor="ctr"/>
          <a:lstStyle>
            <a:lvl1pPr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9pPr>
          </a:lstStyle>
          <a:p>
            <a:pPr algn="ctr" latinLnBrk="0"/>
            <a:fld id="{F47D902D-36B8-44A0-ACE6-30B2D1D590DA}" type="slidenum">
              <a:rPr kumimoji="0" lang="en-US" altLang="ko-KR" sz="1200" b="0">
                <a:solidFill>
                  <a:srgbClr val="000099"/>
                </a:solidFill>
                <a:latin typeface="Arial" panose="020B0604020202020204" pitchFamily="34" charset="0"/>
                <a:ea typeface="Univers LT Std 45 Light"/>
                <a:cs typeface="Arial" panose="020B0604020202020204" pitchFamily="34" charset="0"/>
              </a:rPr>
              <a:pPr algn="ctr" latinLnBrk="0"/>
              <a:t>‹#›</a:t>
            </a:fld>
            <a:endParaRPr kumimoji="0" lang="en-US" altLang="ko-KR" sz="1200" b="0" dirty="0">
              <a:solidFill>
                <a:srgbClr val="000099"/>
              </a:solidFill>
              <a:latin typeface="Arial" panose="020B0604020202020204" pitchFamily="34" charset="0"/>
              <a:ea typeface="Univers LT Std 45 Light"/>
              <a:cs typeface="Arial" panose="020B0604020202020204" pitchFamily="34" charset="0"/>
            </a:endParaRPr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16" y="836713"/>
            <a:ext cx="4703910" cy="286092"/>
          </a:xfrm>
          <a:prstGeom prst="rect">
            <a:avLst/>
          </a:prstGeom>
        </p:spPr>
      </p:pic>
      <p:sp>
        <p:nvSpPr>
          <p:cNvPr id="7" name="직사각형 6"/>
          <p:cNvSpPr/>
          <p:nvPr userDrawn="1"/>
        </p:nvSpPr>
        <p:spPr>
          <a:xfrm>
            <a:off x="343551" y="836712"/>
            <a:ext cx="11511556" cy="5400600"/>
          </a:xfrm>
          <a:prstGeom prst="rect">
            <a:avLst/>
          </a:prstGeom>
          <a:noFill/>
          <a:ln w="19050"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Content Placeholder 2"/>
          <p:cNvSpPr>
            <a:spLocks noGrp="1"/>
          </p:cNvSpPr>
          <p:nvPr>
            <p:ph sz="half" idx="10"/>
          </p:nvPr>
        </p:nvSpPr>
        <p:spPr>
          <a:xfrm>
            <a:off x="343542" y="1122805"/>
            <a:ext cx="11511555" cy="511450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>
            <a:lvl1pPr>
              <a:defRPr lang="ko-KR" altLang="en-US" sz="2000" dirty="0" smtClean="0"/>
            </a:lvl1pPr>
            <a:lvl2pPr>
              <a:defRPr lang="ko-KR" altLang="en-US" dirty="0" smtClean="0"/>
            </a:lvl2pPr>
            <a:lvl3pPr>
              <a:defRPr lang="ko-KR" altLang="en-US" dirty="0" smtClean="0"/>
            </a:lvl3pPr>
            <a:lvl4pPr>
              <a:defRPr lang="ko-KR" altLang="en-US" dirty="0" smtClean="0"/>
            </a:lvl4pPr>
          </a:lstStyle>
          <a:p>
            <a:pPr lvl="0">
              <a:lnSpc>
                <a:spcPct val="120000"/>
              </a:lnSpc>
              <a:buSzPct val="100000"/>
            </a:pPr>
            <a:r>
              <a:rPr lang="ko-KR" altLang="en-US" dirty="0" smtClean="0"/>
              <a:t>마스터 텍스트 스타일을 편집합니다</a:t>
            </a:r>
          </a:p>
          <a:p>
            <a:pPr lvl="1">
              <a:lnSpc>
                <a:spcPct val="110000"/>
              </a:lnSpc>
            </a:pPr>
            <a:r>
              <a:rPr lang="ko-KR" altLang="en-US" dirty="0" smtClean="0"/>
              <a:t>둘째 수준</a:t>
            </a:r>
          </a:p>
          <a:p>
            <a:pPr lvl="2">
              <a:lnSpc>
                <a:spcPct val="110000"/>
              </a:lnSpc>
            </a:pPr>
            <a:r>
              <a:rPr lang="ko-KR" altLang="en-US" dirty="0" smtClean="0"/>
              <a:t>셋째 수준</a:t>
            </a:r>
          </a:p>
          <a:p>
            <a:pPr lvl="3">
              <a:lnSpc>
                <a:spcPct val="110000"/>
              </a:lnSpc>
            </a:pPr>
            <a:r>
              <a:rPr lang="ko-KR" altLang="en-US" dirty="0" smtClean="0"/>
              <a:t>넷째 수준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11"/>
          </p:nvPr>
        </p:nvSpPr>
        <p:spPr>
          <a:xfrm>
            <a:off x="334400" y="838997"/>
            <a:ext cx="4416909" cy="28381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1pPr>
            <a:lvl2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  <a:endParaRPr lang="ko-KR" altLang="en-US" dirty="0"/>
          </a:p>
        </p:txBody>
      </p:sp>
      <p:sp>
        <p:nvSpPr>
          <p:cNvPr id="12" name="슬라이드 번호 개체 틀 1"/>
          <p:cNvSpPr txBox="1">
            <a:spLocks/>
          </p:cNvSpPr>
          <p:nvPr userDrawn="1"/>
        </p:nvSpPr>
        <p:spPr>
          <a:xfrm>
            <a:off x="5789140" y="6500084"/>
            <a:ext cx="612134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cxnSp>
        <p:nvCxnSpPr>
          <p:cNvPr id="18" name="직선 연결선 17"/>
          <p:cNvCxnSpPr/>
          <p:nvPr userDrawn="1"/>
        </p:nvCxnSpPr>
        <p:spPr>
          <a:xfrm>
            <a:off x="0" y="548680"/>
            <a:ext cx="12190413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239153" y="1"/>
            <a:ext cx="11951260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rgbClr val="000CF2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pic>
        <p:nvPicPr>
          <p:cNvPr id="16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983638" y="6536208"/>
            <a:ext cx="2062800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0966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161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33"/>
          <p:cNvSpPr txBox="1"/>
          <p:nvPr userDrawn="1"/>
        </p:nvSpPr>
        <p:spPr>
          <a:xfrm>
            <a:off x="1684647" y="2714629"/>
            <a:ext cx="8228529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 b="1" i="1" dirty="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dirty="0"/>
          </a:p>
        </p:txBody>
      </p:sp>
      <p:pic>
        <p:nvPicPr>
          <p:cNvPr id="5" name="Shape 134" descr="줄.jpg"/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749193" y="3581400"/>
            <a:ext cx="7822182" cy="8572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hape 135"/>
          <p:cNvSpPr txBox="1"/>
          <p:nvPr userDrawn="1"/>
        </p:nvSpPr>
        <p:spPr>
          <a:xfrm>
            <a:off x="476189" y="3945467"/>
            <a:ext cx="11333274" cy="2269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u="sng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support@control-works.co.kr</a:t>
            </a:r>
            <a:endParaRPr sz="1600" u="sng" dirty="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Shape 136"/>
          <p:cNvSpPr txBox="1"/>
          <p:nvPr userDrawn="1"/>
        </p:nvSpPr>
        <p:spPr>
          <a:xfrm>
            <a:off x="7663463" y="5063463"/>
            <a:ext cx="4247504" cy="12358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Suite #</a:t>
            </a:r>
            <a:r>
              <a:rPr 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401</a:t>
            </a:r>
            <a:r>
              <a:rPr 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r>
              <a:rPr lang="en-US" alt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Eonju-ro </a:t>
            </a:r>
            <a:r>
              <a:rPr 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81</a:t>
            </a:r>
            <a:r>
              <a:rPr lang="en-US" alt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gil</a:t>
            </a:r>
            <a:r>
              <a:rPr 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endParaRPr dirty="0"/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Gangnam-gu, Seoul 06222, Korea</a:t>
            </a:r>
            <a:endParaRPr sz="11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Tel: +82-2-555-1231, Fax: +82-2-555-1274  </a:t>
            </a:r>
            <a:endParaRPr sz="11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u="sng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http://www.control-works.co.kr</a:t>
            </a:r>
            <a:endParaRPr dirty="0"/>
          </a:p>
        </p:txBody>
      </p:sp>
      <p:sp>
        <p:nvSpPr>
          <p:cNvPr id="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789140" y="6500084"/>
            <a:ext cx="612134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ko-KR" smtClean="0"/>
            </a:lvl1pPr>
          </a:lstStyle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ko-KR" altLang="en-US" dirty="0"/>
          </a:p>
        </p:txBody>
      </p:sp>
      <p:pic>
        <p:nvPicPr>
          <p:cNvPr id="10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983638" y="6536208"/>
            <a:ext cx="2062800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6063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33"/>
          <p:cNvSpPr txBox="1"/>
          <p:nvPr userDrawn="1"/>
        </p:nvSpPr>
        <p:spPr>
          <a:xfrm>
            <a:off x="1684647" y="2714629"/>
            <a:ext cx="8228529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 b="1" i="1" dirty="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dirty="0"/>
          </a:p>
        </p:txBody>
      </p:sp>
      <p:pic>
        <p:nvPicPr>
          <p:cNvPr id="5" name="Shape 134" descr="줄.jpg"/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749193" y="3581400"/>
            <a:ext cx="7822182" cy="8572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789140" y="6500084"/>
            <a:ext cx="612134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ko-KR" smtClean="0"/>
            </a:lvl1pPr>
          </a:lstStyle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ko-KR" altLang="en-US" dirty="0"/>
          </a:p>
        </p:txBody>
      </p:sp>
      <p:pic>
        <p:nvPicPr>
          <p:cNvPr id="6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983638" y="6536208"/>
            <a:ext cx="2062800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1864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47322" y="9966"/>
            <a:ext cx="12143091" cy="6832288"/>
          </a:xfrm>
          <a:prstGeom prst="rect">
            <a:avLst/>
          </a:prstGeom>
          <a:solidFill>
            <a:srgbClr val="0000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8" name="직선 연결선 27"/>
          <p:cNvCxnSpPr/>
          <p:nvPr userDrawn="1"/>
        </p:nvCxnSpPr>
        <p:spPr>
          <a:xfrm>
            <a:off x="8419481" y="3933056"/>
            <a:ext cx="0" cy="2160242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텍스트 개체 틀 13"/>
          <p:cNvSpPr>
            <a:spLocks noGrp="1"/>
          </p:cNvSpPr>
          <p:nvPr>
            <p:ph type="body" sz="quarter" idx="11" hasCustomPrompt="1"/>
          </p:nvPr>
        </p:nvSpPr>
        <p:spPr>
          <a:xfrm>
            <a:off x="8526338" y="4005065"/>
            <a:ext cx="3520755" cy="2189699"/>
          </a:xfrm>
        </p:spPr>
        <p:txBody>
          <a:bodyPr/>
          <a:lstStyle>
            <a:lvl1pPr marL="0" indent="0">
              <a:buNone/>
              <a:defRPr lang="ko-KR" altLang="en-US" sz="1800" b="0" kern="1200" dirty="0" smtClean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1pPr>
            <a:lvl2pPr marL="455612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2pPr>
            <a:lvl3pPr marL="914400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3pPr>
            <a:lvl4pPr marL="1371600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4pPr>
            <a:lvl5pPr>
              <a:defRPr lang="ko-KR" altLang="en-US" sz="1100" kern="1200" dirty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5pPr>
          </a:lstStyle>
          <a:p>
            <a:pPr lvl="0"/>
            <a:r>
              <a:rPr lang="ko-KR" altLang="en-US" dirty="0" smtClean="0"/>
              <a:t>목차 </a:t>
            </a:r>
            <a:r>
              <a:rPr lang="en-US" altLang="ko-KR" dirty="0" smtClean="0"/>
              <a:t>1</a:t>
            </a:r>
            <a:endParaRPr lang="ko-KR" altLang="en-US" dirty="0" smtClean="0"/>
          </a:p>
        </p:txBody>
      </p:sp>
      <p:sp>
        <p:nvSpPr>
          <p:cNvPr id="13" name="텍스트 개체 틀 11"/>
          <p:cNvSpPr>
            <a:spLocks noGrp="1"/>
          </p:cNvSpPr>
          <p:nvPr>
            <p:ph type="body" sz="quarter" idx="10" hasCustomPrompt="1"/>
          </p:nvPr>
        </p:nvSpPr>
        <p:spPr>
          <a:xfrm>
            <a:off x="719309" y="3963965"/>
            <a:ext cx="7583855" cy="569219"/>
          </a:xfrm>
        </p:spPr>
        <p:txBody>
          <a:bodyPr/>
          <a:lstStyle>
            <a:lvl1pPr marL="0" indent="0" algn="r">
              <a:buNone/>
              <a:defRPr lang="ko-KR" altLang="en-US" sz="2000" b="1" kern="1200" dirty="0" smtClean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n-cs"/>
              </a:defRPr>
            </a:lvl1pPr>
          </a:lstStyle>
          <a:p>
            <a:pPr lvl="0"/>
            <a:r>
              <a:rPr lang="ko-KR" altLang="en-US" dirty="0" smtClean="0"/>
              <a:t>제목 </a:t>
            </a:r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15" name="직사각형 14"/>
          <p:cNvSpPr/>
          <p:nvPr userDrawn="1"/>
        </p:nvSpPr>
        <p:spPr>
          <a:xfrm>
            <a:off x="4175243" y="6453336"/>
            <a:ext cx="8015170" cy="404664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 userDrawn="1"/>
        </p:nvSpPr>
        <p:spPr>
          <a:xfrm>
            <a:off x="0" y="6453336"/>
            <a:ext cx="4175243" cy="404664"/>
          </a:xfrm>
          <a:prstGeom prst="rect">
            <a:avLst/>
          </a:prstGeom>
          <a:solidFill>
            <a:srgbClr val="000A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Shape 22"/>
          <p:cNvSpPr txBox="1"/>
          <p:nvPr userDrawn="1"/>
        </p:nvSpPr>
        <p:spPr>
          <a:xfrm>
            <a:off x="0" y="6547946"/>
            <a:ext cx="388724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Copyright</a:t>
            </a:r>
            <a:r>
              <a:rPr lang="ko-KR" sz="1000" b="0" i="0" u="none" strike="noStrike" cap="none" baseline="0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ⓒ 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C</a:t>
            </a:r>
            <a:r>
              <a:rPr lang="en-US" altLang="ko-KR" sz="1000" b="0" i="0" u="none" strike="noStrike" cap="none" dirty="0" err="1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ontrol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W</a:t>
            </a:r>
            <a:r>
              <a:rPr lang="en-US" altLang="ko-KR" sz="1000" b="0" i="0" u="none" strike="noStrike" cap="none" dirty="0" err="1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orks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. </a:t>
            </a:r>
            <a:r>
              <a:rPr lang="ko-KR" sz="1000" b="0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All rights reserved.</a:t>
            </a:r>
            <a:endParaRPr sz="10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Khand"/>
              <a:cs typeface="Arial" panose="020B0604020202020204" pitchFamily="34" charset="0"/>
              <a:sym typeface="Khand"/>
            </a:endParaRPr>
          </a:p>
        </p:txBody>
      </p:sp>
      <p:pic>
        <p:nvPicPr>
          <p:cNvPr id="2050" name="Picture 2" descr="C:\Users\2003201\Downloads\Work\CW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326" y="1268760"/>
            <a:ext cx="4680000" cy="587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3679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Sub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772232"/>
            <a:ext cx="12190413" cy="864961"/>
          </a:xfrm>
        </p:spPr>
        <p:txBody>
          <a:bodyPr anchor="ctr"/>
          <a:lstStyle>
            <a:lvl1pPr algn="ctr">
              <a:lnSpc>
                <a:spcPts val="4498"/>
              </a:lnSpc>
              <a:defRPr sz="4500" spc="-15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4" name="슬라이드 번호 개체 틀 1"/>
          <p:cNvSpPr txBox="1">
            <a:spLocks/>
          </p:cNvSpPr>
          <p:nvPr userDrawn="1"/>
        </p:nvSpPr>
        <p:spPr>
          <a:xfrm>
            <a:off x="5789140" y="6500084"/>
            <a:ext cx="612134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pic>
        <p:nvPicPr>
          <p:cNvPr id="7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983638" y="6536208"/>
            <a:ext cx="2062800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3212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Sub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772232"/>
            <a:ext cx="12190413" cy="864961"/>
          </a:xfrm>
        </p:spPr>
        <p:txBody>
          <a:bodyPr anchor="ctr"/>
          <a:lstStyle>
            <a:lvl1pPr algn="ctr">
              <a:lnSpc>
                <a:spcPts val="4498"/>
              </a:lnSpc>
              <a:defRPr sz="4500" spc="-15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0" y="548680"/>
            <a:ext cx="12190413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1"/>
          <p:cNvSpPr txBox="1">
            <a:spLocks/>
          </p:cNvSpPr>
          <p:nvPr userDrawn="1"/>
        </p:nvSpPr>
        <p:spPr>
          <a:xfrm>
            <a:off x="5789140" y="6500084"/>
            <a:ext cx="612134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sp>
        <p:nvSpPr>
          <p:cNvPr id="10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239153" y="1"/>
            <a:ext cx="11951260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pic>
        <p:nvPicPr>
          <p:cNvPr id="8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983638" y="6536208"/>
            <a:ext cx="2062800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1543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sz="half" idx="10"/>
          </p:nvPr>
        </p:nvSpPr>
        <p:spPr>
          <a:xfrm>
            <a:off x="239319" y="736601"/>
            <a:ext cx="11308336" cy="538754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>
            <a:lvl1pPr>
              <a:defRPr lang="ko-KR" altLang="en-US" sz="2000" dirty="0" smtClean="0">
                <a:solidFill>
                  <a:schemeClr val="bg1"/>
                </a:solidFill>
              </a:defRPr>
            </a:lvl1pPr>
            <a:lvl2pPr>
              <a:defRPr lang="ko-KR" altLang="en-US" dirty="0" smtClean="0">
                <a:solidFill>
                  <a:schemeClr val="bg1"/>
                </a:solidFill>
              </a:defRPr>
            </a:lvl2pPr>
            <a:lvl3pPr>
              <a:defRPr lang="ko-KR" altLang="en-US" dirty="0" smtClean="0">
                <a:solidFill>
                  <a:schemeClr val="bg1"/>
                </a:solidFill>
              </a:defRPr>
            </a:lvl3pPr>
            <a:lvl4pPr>
              <a:defRPr lang="ko-KR" altLang="en-US" dirty="0" smtClean="0">
                <a:solidFill>
                  <a:schemeClr val="bg1"/>
                </a:solidFill>
              </a:defRPr>
            </a:lvl4pPr>
          </a:lstStyle>
          <a:p>
            <a:pPr lvl="0">
              <a:lnSpc>
                <a:spcPct val="120000"/>
              </a:lnSpc>
              <a:buSzPct val="100000"/>
            </a:pPr>
            <a:r>
              <a:rPr lang="ko-KR" altLang="en-US" dirty="0" smtClean="0"/>
              <a:t>마스터 텍스트 스타일을 편집합니다</a:t>
            </a:r>
          </a:p>
          <a:p>
            <a:pPr lvl="1">
              <a:lnSpc>
                <a:spcPct val="110000"/>
              </a:lnSpc>
            </a:pPr>
            <a:r>
              <a:rPr lang="ko-KR" altLang="en-US" dirty="0" smtClean="0"/>
              <a:t>둘째 수준</a:t>
            </a:r>
          </a:p>
          <a:p>
            <a:pPr lvl="2">
              <a:lnSpc>
                <a:spcPct val="110000"/>
              </a:lnSpc>
            </a:pPr>
            <a:r>
              <a:rPr lang="ko-KR" altLang="en-US" dirty="0" smtClean="0"/>
              <a:t>셋째 수준</a:t>
            </a:r>
          </a:p>
          <a:p>
            <a:pPr lvl="3">
              <a:lnSpc>
                <a:spcPct val="110000"/>
              </a:lnSpc>
            </a:pPr>
            <a:r>
              <a:rPr lang="ko-KR" altLang="en-US" dirty="0" smtClean="0"/>
              <a:t>넷째 수준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0" y="6491423"/>
            <a:ext cx="12190413" cy="377692"/>
          </a:xfrm>
          <a:prstGeom prst="rect">
            <a:avLst/>
          </a:prstGeom>
        </p:spPr>
        <p:txBody>
          <a:bodyPr lIns="91435" tIns="45717" rIns="91435" bIns="45717" anchor="ctr"/>
          <a:lstStyle>
            <a:lvl1pPr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9pPr>
          </a:lstStyle>
          <a:p>
            <a:pPr algn="ctr" latinLnBrk="0"/>
            <a:fld id="{F47D902D-36B8-44A0-ACE6-30B2D1D590DA}" type="slidenum">
              <a:rPr kumimoji="0" lang="en-US" altLang="ko-KR" sz="1100" b="0">
                <a:solidFill>
                  <a:srgbClr val="000099"/>
                </a:solidFill>
                <a:latin typeface="Arial" panose="020B0604020202020204" pitchFamily="34" charset="0"/>
                <a:ea typeface="Univers LT Std 45 Light"/>
                <a:cs typeface="Arial" panose="020B0604020202020204" pitchFamily="34" charset="0"/>
              </a:rPr>
              <a:pPr algn="ctr" latinLnBrk="0"/>
              <a:t>‹#›</a:t>
            </a:fld>
            <a:endParaRPr kumimoji="0" lang="en-US" altLang="ko-KR" sz="1200" b="0" dirty="0">
              <a:solidFill>
                <a:srgbClr val="000099"/>
              </a:solidFill>
              <a:latin typeface="Arial" panose="020B0604020202020204" pitchFamily="34" charset="0"/>
              <a:ea typeface="Univers LT Std 45 Light"/>
              <a:cs typeface="Arial" panose="020B0604020202020204" pitchFamily="34" charset="0"/>
            </a:endParaRPr>
          </a:p>
        </p:txBody>
      </p:sp>
      <p:sp>
        <p:nvSpPr>
          <p:cNvPr id="11" name="슬라이드 번호 개체 틀 1"/>
          <p:cNvSpPr txBox="1">
            <a:spLocks/>
          </p:cNvSpPr>
          <p:nvPr userDrawn="1"/>
        </p:nvSpPr>
        <p:spPr>
          <a:xfrm>
            <a:off x="5789140" y="6500084"/>
            <a:ext cx="612134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1386F3-A587-4026-92F9-58CD840FC4C1}" type="slidenum">
              <a:rPr lang="ko-KR" altLang="en-US" sz="10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239153" y="1"/>
            <a:ext cx="11951260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0" y="548680"/>
            <a:ext cx="12190413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983638" y="6536208"/>
            <a:ext cx="2062800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5846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Title &amp; contents &amp;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0" y="6491423"/>
            <a:ext cx="12190413" cy="377692"/>
          </a:xfrm>
          <a:prstGeom prst="rect">
            <a:avLst/>
          </a:prstGeom>
        </p:spPr>
        <p:txBody>
          <a:bodyPr lIns="91435" tIns="45717" rIns="91435" bIns="45717" anchor="ctr"/>
          <a:lstStyle>
            <a:lvl1pPr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9pPr>
          </a:lstStyle>
          <a:p>
            <a:pPr algn="ctr" latinLnBrk="0"/>
            <a:fld id="{F47D902D-36B8-44A0-ACE6-30B2D1D590DA}" type="slidenum">
              <a:rPr kumimoji="0" lang="en-US" altLang="ko-KR" sz="1200" b="0">
                <a:solidFill>
                  <a:srgbClr val="000099"/>
                </a:solidFill>
                <a:latin typeface="Arial" panose="020B0604020202020204" pitchFamily="34" charset="0"/>
                <a:ea typeface="Univers LT Std 45 Light"/>
                <a:cs typeface="Arial" panose="020B0604020202020204" pitchFamily="34" charset="0"/>
              </a:rPr>
              <a:pPr algn="ctr" latinLnBrk="0"/>
              <a:t>‹#›</a:t>
            </a:fld>
            <a:endParaRPr kumimoji="0" lang="en-US" altLang="ko-KR" sz="1200" b="0" dirty="0">
              <a:solidFill>
                <a:srgbClr val="000099"/>
              </a:solidFill>
              <a:latin typeface="Arial" panose="020B0604020202020204" pitchFamily="34" charset="0"/>
              <a:ea typeface="Univers LT Std 45 Light"/>
              <a:cs typeface="Arial" panose="020B0604020202020204" pitchFamily="34" charset="0"/>
            </a:endParaRPr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16" y="836713"/>
            <a:ext cx="4703910" cy="286092"/>
          </a:xfrm>
          <a:prstGeom prst="rect">
            <a:avLst/>
          </a:prstGeom>
        </p:spPr>
      </p:pic>
      <p:sp>
        <p:nvSpPr>
          <p:cNvPr id="7" name="직사각형 6"/>
          <p:cNvSpPr/>
          <p:nvPr userDrawn="1"/>
        </p:nvSpPr>
        <p:spPr>
          <a:xfrm>
            <a:off x="343551" y="836712"/>
            <a:ext cx="11511556" cy="5400600"/>
          </a:xfrm>
          <a:prstGeom prst="rect">
            <a:avLst/>
          </a:prstGeom>
          <a:noFill/>
          <a:ln w="19050"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Content Placeholder 2"/>
          <p:cNvSpPr>
            <a:spLocks noGrp="1"/>
          </p:cNvSpPr>
          <p:nvPr>
            <p:ph sz="half" idx="10"/>
          </p:nvPr>
        </p:nvSpPr>
        <p:spPr>
          <a:xfrm>
            <a:off x="343542" y="1122805"/>
            <a:ext cx="11511555" cy="511450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>
            <a:lvl1pPr>
              <a:defRPr lang="ko-KR" altLang="en-US" sz="2000" dirty="0" smtClean="0">
                <a:solidFill>
                  <a:schemeClr val="bg1"/>
                </a:solidFill>
              </a:defRPr>
            </a:lvl1pPr>
            <a:lvl2pPr>
              <a:defRPr lang="ko-KR" altLang="en-US" dirty="0" smtClean="0">
                <a:solidFill>
                  <a:schemeClr val="bg1"/>
                </a:solidFill>
              </a:defRPr>
            </a:lvl2pPr>
            <a:lvl3pPr>
              <a:defRPr lang="ko-KR" altLang="en-US" dirty="0" smtClean="0">
                <a:solidFill>
                  <a:schemeClr val="bg1"/>
                </a:solidFill>
              </a:defRPr>
            </a:lvl3pPr>
            <a:lvl4pPr>
              <a:defRPr lang="ko-KR" altLang="en-US" dirty="0" smtClean="0">
                <a:solidFill>
                  <a:schemeClr val="bg1"/>
                </a:solidFill>
              </a:defRPr>
            </a:lvl4pPr>
          </a:lstStyle>
          <a:p>
            <a:pPr lvl="0">
              <a:lnSpc>
                <a:spcPct val="120000"/>
              </a:lnSpc>
              <a:buSzPct val="100000"/>
            </a:pPr>
            <a:r>
              <a:rPr lang="ko-KR" altLang="en-US" dirty="0" smtClean="0"/>
              <a:t>마스터 텍스트 스타일을 편집합니다</a:t>
            </a:r>
          </a:p>
          <a:p>
            <a:pPr lvl="1">
              <a:lnSpc>
                <a:spcPct val="110000"/>
              </a:lnSpc>
            </a:pPr>
            <a:r>
              <a:rPr lang="ko-KR" altLang="en-US" dirty="0" smtClean="0"/>
              <a:t>둘째 수준</a:t>
            </a:r>
          </a:p>
          <a:p>
            <a:pPr lvl="2">
              <a:lnSpc>
                <a:spcPct val="110000"/>
              </a:lnSpc>
            </a:pPr>
            <a:r>
              <a:rPr lang="ko-KR" altLang="en-US" dirty="0" smtClean="0"/>
              <a:t>셋째 수준</a:t>
            </a:r>
          </a:p>
          <a:p>
            <a:pPr lvl="3">
              <a:lnSpc>
                <a:spcPct val="110000"/>
              </a:lnSpc>
            </a:pPr>
            <a:r>
              <a:rPr lang="ko-KR" altLang="en-US" dirty="0" smtClean="0"/>
              <a:t>넷째 수준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11"/>
          </p:nvPr>
        </p:nvSpPr>
        <p:spPr>
          <a:xfrm>
            <a:off x="334400" y="838997"/>
            <a:ext cx="4416909" cy="28381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1pPr>
            <a:lvl2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  <a:endParaRPr lang="ko-KR" altLang="en-US" dirty="0"/>
          </a:p>
        </p:txBody>
      </p:sp>
      <p:sp>
        <p:nvSpPr>
          <p:cNvPr id="12" name="슬라이드 번호 개체 틀 1"/>
          <p:cNvSpPr txBox="1">
            <a:spLocks/>
          </p:cNvSpPr>
          <p:nvPr userDrawn="1"/>
        </p:nvSpPr>
        <p:spPr>
          <a:xfrm>
            <a:off x="5789140" y="6500084"/>
            <a:ext cx="612134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cxnSp>
        <p:nvCxnSpPr>
          <p:cNvPr id="18" name="직선 연결선 17"/>
          <p:cNvCxnSpPr/>
          <p:nvPr userDrawn="1"/>
        </p:nvCxnSpPr>
        <p:spPr>
          <a:xfrm>
            <a:off x="0" y="548680"/>
            <a:ext cx="12190413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239153" y="1"/>
            <a:ext cx="11951260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pic>
        <p:nvPicPr>
          <p:cNvPr id="16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983638" y="6536208"/>
            <a:ext cx="2062800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1680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498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/>
          <p:cNvSpPr/>
          <p:nvPr userDrawn="1"/>
        </p:nvSpPr>
        <p:spPr>
          <a:xfrm>
            <a:off x="343551" y="836712"/>
            <a:ext cx="11511556" cy="540060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3" name="직선 연결선 32"/>
          <p:cNvCxnSpPr/>
          <p:nvPr userDrawn="1"/>
        </p:nvCxnSpPr>
        <p:spPr>
          <a:xfrm>
            <a:off x="335317" y="548680"/>
            <a:ext cx="11519780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그림 3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16" y="836713"/>
            <a:ext cx="4703910" cy="286092"/>
          </a:xfrm>
          <a:prstGeom prst="rect">
            <a:avLst/>
          </a:prstGeom>
        </p:spPr>
      </p:pic>
      <p:sp>
        <p:nvSpPr>
          <p:cNvPr id="39" name="직사각형 38"/>
          <p:cNvSpPr/>
          <p:nvPr userDrawn="1"/>
        </p:nvSpPr>
        <p:spPr>
          <a:xfrm>
            <a:off x="349746" y="836712"/>
            <a:ext cx="11511556" cy="54006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Content Placeholder 2"/>
          <p:cNvSpPr>
            <a:spLocks noGrp="1"/>
          </p:cNvSpPr>
          <p:nvPr>
            <p:ph sz="half" idx="10"/>
          </p:nvPr>
        </p:nvSpPr>
        <p:spPr>
          <a:xfrm>
            <a:off x="343542" y="1122805"/>
            <a:ext cx="11511555" cy="5114508"/>
          </a:xfrm>
        </p:spPr>
        <p:txBody>
          <a:bodyPr/>
          <a:lstStyle>
            <a:lvl1pPr>
              <a:lnSpc>
                <a:spcPct val="160000"/>
              </a:lnSpc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lnSpc>
                <a:spcPct val="110000"/>
              </a:lnSpc>
              <a:defRPr sz="16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lnSpc>
                <a:spcPct val="11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lnSpc>
                <a:spcPct val="110000"/>
              </a:lnSpc>
              <a:defRPr sz="11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defRPr sz="1400">
                <a:latin typeface="+mn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</p:txBody>
      </p:sp>
      <p:sp>
        <p:nvSpPr>
          <p:cNvPr id="42" name="텍스트 개체 틀 14"/>
          <p:cNvSpPr>
            <a:spLocks noGrp="1"/>
          </p:cNvSpPr>
          <p:nvPr>
            <p:ph type="body" sz="quarter" idx="11"/>
          </p:nvPr>
        </p:nvSpPr>
        <p:spPr>
          <a:xfrm>
            <a:off x="334400" y="838997"/>
            <a:ext cx="4416909" cy="28381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1pPr>
            <a:lvl2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  <a:endParaRPr lang="ko-KR" altLang="en-US" dirty="0"/>
          </a:p>
        </p:txBody>
      </p:sp>
      <p:sp>
        <p:nvSpPr>
          <p:cNvPr id="12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239153" y="1"/>
            <a:ext cx="11951260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13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789140" y="6500084"/>
            <a:ext cx="612134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ko-KR" altLang="en-US" sz="1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en-US" dirty="0"/>
          </a:p>
        </p:txBody>
      </p:sp>
      <p:pic>
        <p:nvPicPr>
          <p:cNvPr id="11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983638" y="6536208"/>
            <a:ext cx="2062800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0191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33"/>
          <p:cNvSpPr txBox="1"/>
          <p:nvPr userDrawn="1"/>
        </p:nvSpPr>
        <p:spPr>
          <a:xfrm>
            <a:off x="1684647" y="2714629"/>
            <a:ext cx="8228529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 b="1" i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6" name="Shape 135"/>
          <p:cNvSpPr txBox="1"/>
          <p:nvPr userDrawn="1"/>
        </p:nvSpPr>
        <p:spPr>
          <a:xfrm>
            <a:off x="476189" y="3945467"/>
            <a:ext cx="11333274" cy="2269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u="sng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support@control-works.co.kr</a:t>
            </a:r>
            <a:endParaRPr sz="1600" u="sng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Shape 136"/>
          <p:cNvSpPr txBox="1"/>
          <p:nvPr userDrawn="1"/>
        </p:nvSpPr>
        <p:spPr>
          <a:xfrm>
            <a:off x="7663463" y="5063463"/>
            <a:ext cx="4247504" cy="12358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Suite #</a:t>
            </a:r>
            <a:r>
              <a:rPr 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401</a:t>
            </a:r>
            <a:r>
              <a:rPr 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r>
              <a:rPr lang="en-US" alt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Eonju-ro </a:t>
            </a:r>
            <a:r>
              <a:rPr 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81</a:t>
            </a:r>
            <a:r>
              <a:rPr lang="en-US" alt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gil</a:t>
            </a:r>
            <a:r>
              <a:rPr 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endParaRPr dirty="0">
              <a:solidFill>
                <a:schemeClr val="bg1"/>
              </a:solidFill>
            </a:endParaRP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Gangnam-gu, Seoul 06222, Korea</a:t>
            </a:r>
            <a:endParaRPr sz="11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Tel: +82-2-555-1231, Fax: +82-2-555-1274  </a:t>
            </a:r>
            <a:endParaRPr sz="11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u="sng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http://www.control-works.co.kr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789140" y="6500084"/>
            <a:ext cx="612134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ko-KR" smtClean="0">
                <a:solidFill>
                  <a:schemeClr val="bg1"/>
                </a:solidFill>
              </a:defRPr>
            </a:lvl1pPr>
          </a:lstStyle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ko-KR" altLang="en-US" dirty="0"/>
          </a:p>
        </p:txBody>
      </p:sp>
      <p:pic>
        <p:nvPicPr>
          <p:cNvPr id="10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983638" y="6536208"/>
            <a:ext cx="2062800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8115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33"/>
          <p:cNvSpPr txBox="1"/>
          <p:nvPr userDrawn="1"/>
        </p:nvSpPr>
        <p:spPr>
          <a:xfrm>
            <a:off x="1684647" y="2714629"/>
            <a:ext cx="8228529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 b="1" i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789140" y="6500084"/>
            <a:ext cx="612134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ko-KR" smtClean="0"/>
            </a:lvl1pPr>
          </a:lstStyle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ko-KR" altLang="en-US" dirty="0"/>
          </a:p>
        </p:txBody>
      </p:sp>
      <p:pic>
        <p:nvPicPr>
          <p:cNvPr id="6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983638" y="6536208"/>
            <a:ext cx="2062800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8995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/>
          <p:cNvSpPr/>
          <p:nvPr/>
        </p:nvSpPr>
        <p:spPr>
          <a:xfrm>
            <a:off x="4175243" y="6453336"/>
            <a:ext cx="8015170" cy="404664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itle Placeholder 1"/>
          <p:cNvSpPr>
            <a:spLocks noGrp="1"/>
          </p:cNvSpPr>
          <p:nvPr>
            <p:ph type="title"/>
          </p:nvPr>
        </p:nvSpPr>
        <p:spPr>
          <a:xfrm>
            <a:off x="624346" y="6353"/>
            <a:ext cx="10890949" cy="681040"/>
          </a:xfrm>
          <a:prstGeom prst="rect">
            <a:avLst/>
          </a:prstGeom>
        </p:spPr>
        <p:txBody>
          <a:bodyPr vert="horz" lIns="91435" tIns="45717" rIns="91435" bIns="45717" rtlCol="0" anchor="ctr">
            <a:normAutofit/>
          </a:bodyPr>
          <a:lstStyle/>
          <a:p>
            <a:r>
              <a:rPr lang="en-US" dirty="0" smtClean="0"/>
              <a:t>Master title style</a:t>
            </a:r>
            <a:endParaRPr lang="en-US" dirty="0"/>
          </a:p>
        </p:txBody>
      </p:sp>
      <p:sp>
        <p:nvSpPr>
          <p:cNvPr id="103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6452" y="738189"/>
            <a:ext cx="10897299" cy="5381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/>
          <a:p>
            <a:pPr lvl="0">
              <a:lnSpc>
                <a:spcPct val="120000"/>
              </a:lnSpc>
              <a:buSzPct val="100000"/>
            </a:pPr>
            <a:r>
              <a:rPr lang="en-US" altLang="ko-KR" dirty="0" smtClean="0"/>
              <a:t>Master text styles</a:t>
            </a:r>
          </a:p>
          <a:p>
            <a:pPr lvl="1">
              <a:lnSpc>
                <a:spcPct val="110000"/>
              </a:lnSpc>
            </a:pPr>
            <a:r>
              <a:rPr lang="en-US" altLang="ko-KR" dirty="0" smtClean="0"/>
              <a:t>Second level</a:t>
            </a:r>
          </a:p>
          <a:p>
            <a:pPr lvl="2">
              <a:lnSpc>
                <a:spcPct val="110000"/>
              </a:lnSpc>
            </a:pPr>
            <a:r>
              <a:rPr lang="en-US" altLang="ko-KR" dirty="0" smtClean="0"/>
              <a:t>Third level</a:t>
            </a:r>
          </a:p>
          <a:p>
            <a:pPr lvl="3">
              <a:lnSpc>
                <a:spcPct val="110000"/>
              </a:lnSpc>
            </a:pPr>
            <a:r>
              <a:rPr lang="en-US" altLang="ko-KR" dirty="0" smtClean="0"/>
              <a:t>Fourth level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0" y="6453336"/>
            <a:ext cx="4175243" cy="404664"/>
          </a:xfrm>
          <a:prstGeom prst="rect">
            <a:avLst/>
          </a:prstGeom>
          <a:solidFill>
            <a:srgbClr val="000A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789140" y="6500084"/>
            <a:ext cx="612134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ko-KR" altLang="en-US" sz="1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en-US" dirty="0"/>
          </a:p>
        </p:txBody>
      </p:sp>
      <p:sp>
        <p:nvSpPr>
          <p:cNvPr id="12" name="Shape 22"/>
          <p:cNvSpPr txBox="1"/>
          <p:nvPr/>
        </p:nvSpPr>
        <p:spPr>
          <a:xfrm>
            <a:off x="0" y="6547946"/>
            <a:ext cx="388724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Copyright</a:t>
            </a:r>
            <a:r>
              <a:rPr lang="ko-KR" sz="1000" b="0" i="0" u="none" strike="noStrike" cap="none" baseline="0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ⓒ 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C</a:t>
            </a:r>
            <a:r>
              <a:rPr lang="en-US" altLang="ko-KR" sz="1000" b="0" i="0" u="none" strike="noStrike" cap="none" dirty="0" err="1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ontrol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W</a:t>
            </a:r>
            <a:r>
              <a:rPr lang="en-US" altLang="ko-KR" sz="1000" b="0" i="0" u="none" strike="noStrike" cap="none" dirty="0" err="1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orks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. </a:t>
            </a:r>
            <a:r>
              <a:rPr lang="ko-KR" sz="1000" b="0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All rights reserved.</a:t>
            </a:r>
            <a:endParaRPr sz="10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Khand"/>
              <a:cs typeface="Arial" panose="020B0604020202020204" pitchFamily="34" charset="0"/>
              <a:sym typeface="Khand"/>
            </a:endParaRPr>
          </a:p>
        </p:txBody>
      </p:sp>
    </p:spTree>
    <p:extLst>
      <p:ext uri="{BB962C8B-B14F-4D97-AF65-F5344CB8AC3E}">
        <p14:creationId xmlns:p14="http://schemas.microsoft.com/office/powerpoint/2010/main" val="3035537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62" r:id="rId2"/>
    <p:sldLayoutId id="2147483678" r:id="rId3"/>
    <p:sldLayoutId id="2147483683" r:id="rId4"/>
    <p:sldLayoutId id="2147483682" r:id="rId5"/>
    <p:sldLayoutId id="2147483685" r:id="rId6"/>
    <p:sldLayoutId id="2147483676" r:id="rId7"/>
    <p:sldLayoutId id="2147483684" r:id="rId8"/>
  </p:sldLayoutIdLst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  <p:hf hdr="0" ftr="0" dt="0"/>
  <p:txStyles>
    <p:titleStyle>
      <a:lvl1pPr algn="l" defTabSz="455613" rtl="0" fontAlgn="base">
        <a:spcBef>
          <a:spcPct val="0"/>
        </a:spcBef>
        <a:spcAft>
          <a:spcPct val="0"/>
        </a:spcAft>
        <a:defRPr sz="2800" b="1" kern="1200" spc="-1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455613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2pPr>
      <a:lvl3pPr algn="l" defTabSz="455613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3pPr>
      <a:lvl4pPr algn="l" defTabSz="455613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4pPr>
      <a:lvl5pPr algn="l" defTabSz="455613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5pPr>
      <a:lvl6pPr marL="457200" algn="l" defTabSz="455613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6pPr>
      <a:lvl7pPr marL="914400" algn="l" defTabSz="455613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7pPr>
      <a:lvl8pPr marL="1371600" algn="l" defTabSz="455613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8pPr>
      <a:lvl9pPr marL="1828800" algn="l" defTabSz="455613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9pPr>
    </p:titleStyle>
    <p:bodyStyle>
      <a:lvl1pPr marL="342900" indent="-342900" algn="l" defTabSz="455613" rtl="0" fontAlgn="base">
        <a:lnSpc>
          <a:spcPct val="150000"/>
        </a:lnSpc>
        <a:spcBef>
          <a:spcPts val="575"/>
        </a:spcBef>
        <a:spcAft>
          <a:spcPct val="0"/>
        </a:spcAft>
        <a:buClr>
          <a:srgbClr val="000AF2"/>
        </a:buClr>
        <a:buSzPct val="70000"/>
        <a:buFont typeface="맑은 고딕" pitchFamily="50" charset="-127"/>
        <a:buChar char="■"/>
        <a:defRPr lang="en-US" altLang="ko-KR" sz="20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41350" indent="-185738" algn="l" defTabSz="455613" rtl="0" fontAlgn="base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맑은 고딕" pitchFamily="50" charset="-127"/>
        <a:buChar char="▶"/>
        <a:defRPr lang="en-US" altLang="ko-KR" sz="16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00150" indent="-285750" algn="l" defTabSz="455613" rtl="0" fontAlgn="base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Wingdings" pitchFamily="2" charset="2"/>
        <a:buChar char="l"/>
        <a:defRPr lang="en-US" altLang="ko-KR" sz="14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98613" indent="-227013" algn="l" defTabSz="455613" rtl="0" fontAlgn="base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Wingdings" pitchFamily="2" charset="2"/>
        <a:buChar char="Ø"/>
        <a:defRPr lang="en-US" altLang="ko-KR" sz="11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7213" algn="l" defTabSz="455613" rtl="0" fontAlgn="base">
        <a:spcBef>
          <a:spcPct val="20000"/>
        </a:spcBef>
        <a:spcAft>
          <a:spcPct val="0"/>
        </a:spcAft>
        <a:buClr>
          <a:srgbClr val="7F7F7F"/>
        </a:buClr>
        <a:buSzPct val="70000"/>
        <a:buFont typeface="Arial" pitchFamily="34" charset="0"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2514459" indent="-228587" algn="l" defTabSz="45717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33" indent="-228587" algn="l" defTabSz="45717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07" indent="-228587" algn="l" defTabSz="45717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81" indent="-228587" algn="l" defTabSz="45717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4" algn="l" defTabSz="4571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48" algn="l" defTabSz="4571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23" algn="l" defTabSz="4571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98" algn="l" defTabSz="4571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72" algn="l" defTabSz="4571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46" algn="l" defTabSz="4571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20" algn="l" defTabSz="4571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94" algn="l" defTabSz="4571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/>
          <p:cNvSpPr>
            <a:spLocks noGrp="1"/>
          </p:cNvSpPr>
          <p:nvPr>
            <p:ph type="title"/>
          </p:nvPr>
        </p:nvSpPr>
        <p:spPr>
          <a:xfrm>
            <a:off x="624346" y="6353"/>
            <a:ext cx="10890949" cy="681040"/>
          </a:xfrm>
          <a:prstGeom prst="rect">
            <a:avLst/>
          </a:prstGeom>
        </p:spPr>
        <p:txBody>
          <a:bodyPr vert="horz" lIns="91435" tIns="45717" rIns="91435" bIns="45717" rtlCol="0" anchor="ctr">
            <a:normAutofit/>
          </a:bodyPr>
          <a:lstStyle/>
          <a:p>
            <a:r>
              <a:rPr lang="en-US" dirty="0" smtClean="0"/>
              <a:t>Master title style</a:t>
            </a:r>
            <a:endParaRPr lang="en-US" dirty="0"/>
          </a:p>
        </p:txBody>
      </p:sp>
      <p:sp>
        <p:nvSpPr>
          <p:cNvPr id="103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6452" y="738189"/>
            <a:ext cx="10897299" cy="5381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Master text styles</a:t>
            </a:r>
          </a:p>
          <a:p>
            <a:pPr lvl="1"/>
            <a:r>
              <a:rPr lang="en-US" altLang="ko-KR" dirty="0" smtClean="0"/>
              <a:t>Second level</a:t>
            </a:r>
          </a:p>
          <a:p>
            <a:pPr lvl="2"/>
            <a:r>
              <a:rPr lang="en-US" altLang="ko-KR" dirty="0" smtClean="0"/>
              <a:t>Third level</a:t>
            </a:r>
          </a:p>
          <a:p>
            <a:pPr lvl="3"/>
            <a:r>
              <a:rPr lang="en-US" altLang="ko-KR" dirty="0" smtClean="0"/>
              <a:t>Fourth level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12190413" cy="6858000"/>
          </a:xfrm>
          <a:prstGeom prst="rect">
            <a:avLst/>
          </a:prstGeom>
          <a:solidFill>
            <a:srgbClr val="0000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 userDrawn="1"/>
        </p:nvSpPr>
        <p:spPr>
          <a:xfrm>
            <a:off x="4175243" y="6453336"/>
            <a:ext cx="8015170" cy="404664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 userDrawn="1"/>
        </p:nvSpPr>
        <p:spPr>
          <a:xfrm>
            <a:off x="0" y="6453336"/>
            <a:ext cx="4175243" cy="404664"/>
          </a:xfrm>
          <a:prstGeom prst="rect">
            <a:avLst/>
          </a:prstGeom>
          <a:solidFill>
            <a:srgbClr val="000A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789140" y="6500084"/>
            <a:ext cx="612134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ko-KR" altLang="en-US" sz="1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en-US" dirty="0"/>
          </a:p>
        </p:txBody>
      </p:sp>
      <p:sp>
        <p:nvSpPr>
          <p:cNvPr id="20" name="Shape 22"/>
          <p:cNvSpPr txBox="1"/>
          <p:nvPr userDrawn="1"/>
        </p:nvSpPr>
        <p:spPr>
          <a:xfrm>
            <a:off x="0" y="6547946"/>
            <a:ext cx="3887249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Copyright</a:t>
            </a:r>
            <a:r>
              <a:rPr lang="ko-KR" sz="1000" b="0" i="0" u="none" strike="noStrike" cap="none" baseline="0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ⓒ 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C</a:t>
            </a:r>
            <a:r>
              <a:rPr lang="en-US" altLang="ko-KR" sz="1000" b="0" i="0" u="none" strike="noStrike" cap="none" dirty="0" err="1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ontrol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W</a:t>
            </a:r>
            <a:r>
              <a:rPr lang="en-US" altLang="ko-KR" sz="1000" b="0" i="0" u="none" strike="noStrike" cap="none" dirty="0" err="1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orks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. </a:t>
            </a:r>
            <a:r>
              <a:rPr lang="ko-KR" sz="1000" b="0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All rights reserved.</a:t>
            </a:r>
            <a:endParaRPr sz="10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Khand"/>
              <a:cs typeface="Arial" panose="020B0604020202020204" pitchFamily="34" charset="0"/>
              <a:sym typeface="Khand"/>
            </a:endParaRPr>
          </a:p>
        </p:txBody>
      </p:sp>
    </p:spTree>
    <p:extLst>
      <p:ext uri="{BB962C8B-B14F-4D97-AF65-F5344CB8AC3E}">
        <p14:creationId xmlns:p14="http://schemas.microsoft.com/office/powerpoint/2010/main" val="327847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73" r:id="rId7"/>
    <p:sldLayoutId id="2147483691" r:id="rId8"/>
    <p:sldLayoutId id="2147483692" r:id="rId9"/>
  </p:sldLayoutIdLst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  <p:hf hdr="0" ftr="0" dt="0"/>
  <p:txStyles>
    <p:titleStyle>
      <a:lvl1pPr algn="l" defTabSz="455613" rtl="0" fontAlgn="base">
        <a:spcBef>
          <a:spcPct val="0"/>
        </a:spcBef>
        <a:spcAft>
          <a:spcPct val="0"/>
        </a:spcAft>
        <a:defRPr sz="2800" b="1" kern="1200" spc="-1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455613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2pPr>
      <a:lvl3pPr algn="l" defTabSz="455613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3pPr>
      <a:lvl4pPr algn="l" defTabSz="455613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4pPr>
      <a:lvl5pPr algn="l" defTabSz="455613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5pPr>
      <a:lvl6pPr marL="457200" algn="l" defTabSz="455613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6pPr>
      <a:lvl7pPr marL="914400" algn="l" defTabSz="455613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7pPr>
      <a:lvl8pPr marL="1371600" algn="l" defTabSz="455613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8pPr>
      <a:lvl9pPr marL="1828800" algn="l" defTabSz="455613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9pPr>
    </p:titleStyle>
    <p:bodyStyle>
      <a:lvl1pPr marL="342900" indent="-342900" algn="l" defTabSz="455613" rtl="0" fontAlgn="base">
        <a:lnSpc>
          <a:spcPct val="150000"/>
        </a:lnSpc>
        <a:spcBef>
          <a:spcPts val="575"/>
        </a:spcBef>
        <a:spcAft>
          <a:spcPct val="0"/>
        </a:spcAft>
        <a:buClr>
          <a:srgbClr val="000AF2"/>
        </a:buClr>
        <a:buSzPct val="70000"/>
        <a:buFont typeface="맑은 고딕" pitchFamily="50" charset="-127"/>
        <a:buChar char="■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41350" indent="-185738" algn="l" defTabSz="455613" rtl="0" fontAlgn="base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맑은 고딕" pitchFamily="50" charset="-127"/>
        <a:buChar char="▶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00150" indent="-285750" algn="l" defTabSz="455613" rtl="0" fontAlgn="base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Wingdings" pitchFamily="2" charset="2"/>
        <a:buChar char="l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98613" indent="-227013" algn="l" defTabSz="455613" rtl="0" fontAlgn="base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Wingdings" pitchFamily="2" charset="2"/>
        <a:buChar char="Ø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7213" algn="l" defTabSz="455613" rtl="0" fontAlgn="base">
        <a:spcBef>
          <a:spcPct val="20000"/>
        </a:spcBef>
        <a:spcAft>
          <a:spcPct val="0"/>
        </a:spcAft>
        <a:buClr>
          <a:srgbClr val="7F7F7F"/>
        </a:buClr>
        <a:buSzPct val="70000"/>
        <a:buFont typeface="Arial" pitchFamily="34" charset="0"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2514459" indent="-228587" algn="l" defTabSz="45717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33" indent="-228587" algn="l" defTabSz="45717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07" indent="-228587" algn="l" defTabSz="45717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81" indent="-228587" algn="l" defTabSz="45717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4" algn="l" defTabSz="4571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48" algn="l" defTabSz="4571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23" algn="l" defTabSz="4571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98" algn="l" defTabSz="4571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72" algn="l" defTabSz="4571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46" algn="l" defTabSz="4571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20" algn="l" defTabSz="4571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94" algn="l" defTabSz="45717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tutorials.org/course/3839/22597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tutorials.org/course/3842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 smtClean="0"/>
              <a:t>Contents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smtClean="0"/>
              <a:t>GIT </a:t>
            </a:r>
            <a:r>
              <a:rPr lang="ko-KR" altLang="en-US" dirty="0" smtClean="0"/>
              <a:t>수업 내용 정리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383758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en-US" altLang="ko-KR" dirty="0" smtClean="0"/>
              <a:t>GIT1</a:t>
            </a:r>
          </a:p>
          <a:p>
            <a:pPr>
              <a:buSzPct val="100000"/>
            </a:pPr>
            <a:r>
              <a:rPr lang="en-US" altLang="ko-KR" dirty="0" smtClean="0"/>
              <a:t>GIT </a:t>
            </a:r>
            <a:r>
              <a:rPr lang="en-US" altLang="ko-KR" dirty="0"/>
              <a:t>CLI </a:t>
            </a:r>
            <a:r>
              <a:rPr lang="ko-KR" altLang="en-US" dirty="0" smtClean="0"/>
              <a:t>버전관리</a:t>
            </a:r>
            <a:endParaRPr lang="en-US" altLang="ko-KR" dirty="0" smtClean="0"/>
          </a:p>
          <a:p>
            <a:pPr>
              <a:buSzPct val="100000"/>
            </a:pPr>
            <a:r>
              <a:rPr lang="en-US" altLang="ko-KR" dirty="0"/>
              <a:t>GIT CLI Branch &amp; </a:t>
            </a:r>
            <a:r>
              <a:rPr lang="en-US" altLang="ko-KR" dirty="0" smtClean="0"/>
              <a:t>Conflict</a:t>
            </a:r>
          </a:p>
          <a:p>
            <a:pPr>
              <a:buSzPct val="100000"/>
            </a:pPr>
            <a:r>
              <a:rPr lang="en-US" altLang="ko-KR" dirty="0"/>
              <a:t>GIT CLI </a:t>
            </a:r>
            <a:r>
              <a:rPr lang="en-US" altLang="ko-KR" dirty="0" smtClean="0"/>
              <a:t>Backup</a:t>
            </a:r>
          </a:p>
          <a:p>
            <a:pPr>
              <a:buSzPct val="100000"/>
            </a:pPr>
            <a:r>
              <a:rPr lang="en-US" altLang="ko-KR" dirty="0"/>
              <a:t>GIT CLI </a:t>
            </a:r>
            <a:r>
              <a:rPr lang="ko-KR" altLang="en-US" dirty="0"/>
              <a:t>협업</a:t>
            </a:r>
          </a:p>
          <a:p>
            <a:pPr>
              <a:buSzPct val="100000"/>
            </a:pPr>
            <a:r>
              <a:rPr lang="en-US" altLang="ko-KR" dirty="0"/>
              <a:t>GIT CLI Cherry-pick &amp; </a:t>
            </a:r>
            <a:r>
              <a:rPr lang="en-US" altLang="ko-KR" dirty="0" smtClean="0"/>
              <a:t>Rebase</a:t>
            </a:r>
            <a:endParaRPr lang="ko-KR" altLang="en-US" dirty="0"/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Contents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19994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ko-KR" altLang="en-US" dirty="0" smtClean="0"/>
              <a:t>강의자료주소 </a:t>
            </a:r>
            <a:r>
              <a:rPr lang="en-US" altLang="ko-KR" dirty="0" smtClean="0"/>
              <a:t>: </a:t>
            </a:r>
            <a:r>
              <a:rPr lang="en-US" altLang="ko-KR" dirty="0" smtClean="0">
                <a:hlinkClick r:id="rId3"/>
              </a:rPr>
              <a:t>https</a:t>
            </a:r>
            <a:r>
              <a:rPr lang="en-US" altLang="ko-KR" dirty="0">
                <a:hlinkClick r:id="rId3"/>
              </a:rPr>
              <a:t>://</a:t>
            </a:r>
            <a:r>
              <a:rPr lang="en-US" altLang="ko-KR" dirty="0" smtClean="0">
                <a:hlinkClick r:id="rId3"/>
              </a:rPr>
              <a:t>opentutorials.org/course/3837</a:t>
            </a:r>
          </a:p>
          <a:p>
            <a:pPr>
              <a:buSzPct val="100000"/>
            </a:pPr>
            <a:r>
              <a:rPr lang="en-US" altLang="ko-KR" dirty="0" err="1"/>
              <a:t>g</a:t>
            </a:r>
            <a:r>
              <a:rPr lang="en-US" altLang="ko-KR" dirty="0" err="1" smtClean="0"/>
              <a:t>it</a:t>
            </a:r>
            <a:r>
              <a:rPr lang="ko-KR" altLang="en-US" dirty="0" smtClean="0"/>
              <a:t>의 목적</a:t>
            </a: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smtClean="0"/>
              <a:t>버전관리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작업기록을 저장</a:t>
            </a: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smtClean="0"/>
              <a:t>백업</a:t>
            </a:r>
            <a:r>
              <a:rPr lang="en-US" altLang="ko-KR" dirty="0" smtClean="0"/>
              <a:t> : </a:t>
            </a:r>
            <a:r>
              <a:rPr lang="ko-KR" altLang="en-US" dirty="0" smtClean="0"/>
              <a:t>원격저장소에 데이터를 저장하여 데이터 유실을 방지</a:t>
            </a: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smtClean="0"/>
              <a:t>협업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원격저장소에 저장된 데이터를 다른 사용자가 </a:t>
            </a:r>
            <a:r>
              <a:rPr lang="en-US" altLang="ko-KR" dirty="0" smtClean="0"/>
              <a:t>pull</a:t>
            </a:r>
            <a:r>
              <a:rPr lang="ko-KR" altLang="en-US" dirty="0" smtClean="0"/>
              <a:t>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데이터를 수정한 후 다시 원격저장소로 </a:t>
            </a:r>
            <a:r>
              <a:rPr lang="en-US" altLang="ko-KR" dirty="0" smtClean="0"/>
              <a:t>push</a:t>
            </a:r>
            <a:r>
              <a:rPr lang="ko-KR" altLang="en-US" dirty="0" smtClean="0"/>
              <a:t>하여 협업이 가능</a:t>
            </a:r>
            <a:endParaRPr lang="en-US" altLang="ko-KR" dirty="0" smtClean="0"/>
          </a:p>
          <a:p>
            <a:pPr>
              <a:buSzPct val="100000"/>
            </a:pPr>
            <a:r>
              <a:rPr lang="en-US" altLang="ko-KR" dirty="0" err="1" smtClean="0"/>
              <a:t>Git</a:t>
            </a:r>
            <a:r>
              <a:rPr lang="ko-KR" altLang="en-US" dirty="0" smtClean="0"/>
              <a:t>종류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err="1" smtClean="0"/>
              <a:t>Tortoisegit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err="1" smtClean="0"/>
              <a:t>Github</a:t>
            </a:r>
            <a:r>
              <a:rPr lang="en-US" altLang="ko-KR" dirty="0" smtClean="0"/>
              <a:t> desktop</a:t>
            </a:r>
          </a:p>
          <a:p>
            <a:pPr lvl="1">
              <a:buSzPct val="100000"/>
            </a:pPr>
            <a:r>
              <a:rPr lang="en-US" altLang="ko-KR" dirty="0" err="1" smtClean="0"/>
              <a:t>Sourcetree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err="1" smtClean="0"/>
              <a:t>gitbash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GIT1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17752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ko-KR" altLang="en-US" dirty="0"/>
              <a:t>강의자료주소 </a:t>
            </a:r>
            <a:r>
              <a:rPr lang="en-US" altLang="ko-KR" dirty="0"/>
              <a:t>: </a:t>
            </a:r>
            <a:r>
              <a:rPr lang="en-US" altLang="ko-KR" dirty="0">
                <a:hlinkClick r:id="rId3"/>
              </a:rPr>
              <a:t>https://opentutorials.org/course/3839/22590</a:t>
            </a:r>
          </a:p>
          <a:p>
            <a:pPr>
              <a:buSzPct val="100000"/>
            </a:pPr>
            <a:r>
              <a:rPr lang="en-US" altLang="ko-KR" dirty="0">
                <a:hlinkClick r:id="rId3"/>
              </a:rPr>
              <a:t>https://git-scm.com</a:t>
            </a:r>
            <a:r>
              <a:rPr lang="ko-KR" altLang="en-US" dirty="0"/>
              <a:t>에서 </a:t>
            </a:r>
            <a:r>
              <a:rPr lang="en-US" altLang="ko-KR" dirty="0" err="1"/>
              <a:t>git</a:t>
            </a:r>
            <a:r>
              <a:rPr lang="en-US" altLang="ko-KR" dirty="0"/>
              <a:t>(windows, mac) </a:t>
            </a:r>
            <a:r>
              <a:rPr lang="ko-KR" altLang="en-US" dirty="0"/>
              <a:t>다운로드방법 안내</a:t>
            </a:r>
            <a:endParaRPr lang="en-US" altLang="ko-KR" dirty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GIT CLI </a:t>
            </a:r>
            <a:r>
              <a:rPr lang="ko-KR" altLang="en-US" dirty="0" smtClean="0"/>
              <a:t>버전관리 </a:t>
            </a:r>
            <a:r>
              <a:rPr lang="en-US" altLang="ko-KR" dirty="0" smtClean="0"/>
              <a:t>(I) </a:t>
            </a:r>
            <a:r>
              <a:rPr lang="en-US" altLang="ko-KR" dirty="0"/>
              <a:t>– </a:t>
            </a:r>
            <a:r>
              <a:rPr lang="ko-KR" altLang="en-US" dirty="0" smtClean="0"/>
              <a:t>설치</a:t>
            </a:r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287" y="1916832"/>
            <a:ext cx="5572125" cy="346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직선 화살표 연결선 5"/>
          <p:cNvCxnSpPr/>
          <p:nvPr/>
        </p:nvCxnSpPr>
        <p:spPr>
          <a:xfrm>
            <a:off x="6383238" y="2564904"/>
            <a:ext cx="936104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직사각형 6"/>
          <p:cNvSpPr/>
          <p:nvPr/>
        </p:nvSpPr>
        <p:spPr>
          <a:xfrm>
            <a:off x="7319342" y="2168860"/>
            <a:ext cx="1224136" cy="79208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정상설치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7735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ko-KR" altLang="en-US" dirty="0" smtClean="0"/>
              <a:t>강의자료주소 </a:t>
            </a:r>
            <a:r>
              <a:rPr lang="en-US" altLang="ko-KR" dirty="0" smtClean="0"/>
              <a:t>: </a:t>
            </a:r>
            <a:r>
              <a:rPr lang="en-US" altLang="ko-KR" dirty="0">
                <a:hlinkClick r:id="rId3"/>
              </a:rPr>
              <a:t>https://opentutorials.org/course/3839/22591</a:t>
            </a:r>
            <a:endParaRPr lang="en-US" altLang="ko-KR" dirty="0" smtClean="0">
              <a:hlinkClick r:id="rId3"/>
            </a:endParaRPr>
          </a:p>
          <a:p>
            <a:pPr>
              <a:buSzPct val="100000"/>
            </a:pPr>
            <a:r>
              <a:rPr lang="en-US" altLang="ko-KR" dirty="0" smtClean="0"/>
              <a:t>Directory</a:t>
            </a:r>
            <a:r>
              <a:rPr lang="ko-KR" altLang="en-US" dirty="0" smtClean="0"/>
              <a:t>생성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mkdir</a:t>
            </a:r>
            <a:r>
              <a:rPr lang="en-US" altLang="ko-KR" dirty="0" smtClean="0"/>
              <a:t>)</a:t>
            </a:r>
            <a:r>
              <a:rPr lang="ko-KR" altLang="en-US" dirty="0" smtClean="0"/>
              <a:t> 및 </a:t>
            </a:r>
            <a:r>
              <a:rPr lang="en-US" altLang="ko-KR" dirty="0" smtClean="0"/>
              <a:t>	</a:t>
            </a:r>
            <a:r>
              <a:rPr lang="ko-KR" altLang="en-US" dirty="0" smtClean="0"/>
              <a:t>버전관리시작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git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init</a:t>
            </a:r>
            <a:r>
              <a:rPr lang="en-US" altLang="ko-KR" dirty="0" smtClean="0"/>
              <a:t> .)</a:t>
            </a:r>
            <a:r>
              <a:rPr lang="ko-KR" altLang="en-US" dirty="0" smtClean="0"/>
              <a:t>방법 설명</a:t>
            </a:r>
            <a:endParaRPr lang="en-US" altLang="ko-KR" dirty="0"/>
          </a:p>
          <a:p>
            <a:pPr lvl="1">
              <a:buSzPct val="100000"/>
            </a:pPr>
            <a:r>
              <a:rPr lang="ko-KR" altLang="en-US" dirty="0" smtClean="0"/>
              <a:t>프로젝트 파일들을 보관하려는 폴더에 </a:t>
            </a:r>
            <a:r>
              <a:rPr lang="en-US" altLang="ko-KR" dirty="0" err="1" smtClean="0"/>
              <a:t>git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init</a:t>
            </a:r>
            <a:r>
              <a:rPr lang="en-US" altLang="ko-KR" dirty="0" smtClean="0"/>
              <a:t> . </a:t>
            </a:r>
            <a:r>
              <a:rPr lang="ko-KR" altLang="en-US" dirty="0" smtClean="0"/>
              <a:t>을 실행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smtClean="0"/>
              <a:t>.</a:t>
            </a:r>
            <a:r>
              <a:rPr lang="en-US" altLang="ko-KR" dirty="0" err="1" smtClean="0"/>
              <a:t>git</a:t>
            </a:r>
            <a:r>
              <a:rPr lang="en-US" altLang="ko-KR" dirty="0" smtClean="0"/>
              <a:t> </a:t>
            </a:r>
            <a:r>
              <a:rPr lang="ko-KR" altLang="en-US" dirty="0" smtClean="0"/>
              <a:t>폴더 생성</a:t>
            </a:r>
            <a:r>
              <a:rPr lang="ko-KR" altLang="en-US" dirty="0"/>
              <a:t>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해당 </a:t>
            </a:r>
            <a:r>
              <a:rPr lang="en-US" altLang="ko-KR" dirty="0" smtClean="0"/>
              <a:t>.</a:t>
            </a:r>
            <a:r>
              <a:rPr lang="en-US" altLang="ko-KR" dirty="0" err="1" smtClean="0"/>
              <a:t>git</a:t>
            </a:r>
            <a:r>
              <a:rPr lang="en-US" altLang="ko-KR" dirty="0" smtClean="0"/>
              <a:t> </a:t>
            </a:r>
            <a:r>
              <a:rPr lang="ko-KR" altLang="en-US" dirty="0" smtClean="0"/>
              <a:t>의 부모폴더에서 생성되는 변화들을 버전으로 관리하고 </a:t>
            </a:r>
            <a:r>
              <a:rPr lang="en-US" altLang="ko-KR" dirty="0" smtClean="0"/>
              <a:t>.</a:t>
            </a:r>
            <a:r>
              <a:rPr lang="en-US" altLang="ko-KR" dirty="0" err="1" smtClean="0"/>
              <a:t>git</a:t>
            </a:r>
            <a:r>
              <a:rPr lang="ko-KR" altLang="en-US" dirty="0" smtClean="0"/>
              <a:t>폴더에 저장이 된다</a:t>
            </a:r>
            <a:r>
              <a:rPr lang="en-US" altLang="ko-KR" dirty="0" smtClean="0"/>
              <a:t>.</a:t>
            </a:r>
          </a:p>
          <a:p>
            <a:pPr lvl="1">
              <a:buSzPct val="100000"/>
            </a:pPr>
            <a:r>
              <a:rPr lang="ko-KR" altLang="en-US" dirty="0" smtClean="0"/>
              <a:t>버전관리를 </a:t>
            </a:r>
            <a:r>
              <a:rPr lang="ko-KR" altLang="en-US" dirty="0" err="1" smtClean="0"/>
              <a:t>하기위한</a:t>
            </a:r>
            <a:r>
              <a:rPr lang="ko-KR" altLang="en-US" dirty="0" smtClean="0"/>
              <a:t> 폴더이므로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git</a:t>
            </a:r>
            <a:r>
              <a:rPr lang="ko-KR" altLang="en-US" dirty="0" smtClean="0"/>
              <a:t>폴더의 삭제를 </a:t>
            </a:r>
            <a:r>
              <a:rPr lang="ko-KR" altLang="en-US" dirty="0" err="1" smtClean="0"/>
              <a:t>유의해야한다</a:t>
            </a:r>
            <a:r>
              <a:rPr lang="en-US" altLang="ko-KR" dirty="0" smtClean="0"/>
              <a:t>,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GIT</a:t>
            </a:r>
            <a:r>
              <a:rPr lang="en-US" altLang="ko-KR" dirty="0"/>
              <a:t> </a:t>
            </a:r>
            <a:r>
              <a:rPr lang="en-US" altLang="ko-KR" dirty="0" smtClean="0"/>
              <a:t>CLI </a:t>
            </a:r>
            <a:r>
              <a:rPr lang="ko-KR" altLang="en-US" dirty="0" smtClean="0"/>
              <a:t>버전관리</a:t>
            </a:r>
            <a:r>
              <a:rPr lang="en-US" altLang="ko-KR" dirty="0" smtClean="0"/>
              <a:t> </a:t>
            </a:r>
            <a:r>
              <a:rPr lang="en-US" altLang="ko-KR" dirty="0"/>
              <a:t>(</a:t>
            </a:r>
            <a:r>
              <a:rPr lang="en-US" altLang="ko-KR" dirty="0" smtClean="0"/>
              <a:t>II) </a:t>
            </a:r>
            <a:r>
              <a:rPr lang="en-US" altLang="ko-KR" dirty="0"/>
              <a:t>– </a:t>
            </a:r>
            <a:r>
              <a:rPr lang="ko-KR" altLang="en-US" dirty="0" smtClean="0"/>
              <a:t>버전관리의 시작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33837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ko-KR" altLang="en-US" dirty="0" smtClean="0"/>
              <a:t>강의자료주소 </a:t>
            </a:r>
            <a:r>
              <a:rPr lang="en-US" altLang="ko-KR" dirty="0" smtClean="0"/>
              <a:t>: </a:t>
            </a:r>
            <a:r>
              <a:rPr lang="en-US" altLang="ko-KR" dirty="0">
                <a:hlinkClick r:id="rId3"/>
              </a:rPr>
              <a:t>https://</a:t>
            </a:r>
            <a:r>
              <a:rPr lang="en-US" altLang="ko-KR" dirty="0" smtClean="0">
                <a:hlinkClick r:id="rId3"/>
              </a:rPr>
              <a:t>opentutorials.org/course/3839/22592</a:t>
            </a:r>
          </a:p>
          <a:p>
            <a:pPr>
              <a:buSzPct val="100000"/>
            </a:pPr>
            <a:r>
              <a:rPr lang="en-US" altLang="ko-KR" dirty="0" smtClean="0"/>
              <a:t> </a:t>
            </a:r>
            <a:r>
              <a:rPr lang="ko-KR" altLang="en-US" dirty="0" smtClean="0"/>
              <a:t>버전 생성</a:t>
            </a: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smtClean="0"/>
              <a:t>버전이 저장되는 장소인 </a:t>
            </a:r>
            <a:r>
              <a:rPr lang="en-US" altLang="ko-KR" dirty="0" smtClean="0"/>
              <a:t>Repository, </a:t>
            </a:r>
            <a:r>
              <a:rPr lang="ko-KR" altLang="en-US" dirty="0" smtClean="0"/>
              <a:t>현재 작업중인 파일이 위치하는 </a:t>
            </a:r>
            <a:r>
              <a:rPr lang="en-US" altLang="ko-KR" dirty="0"/>
              <a:t>W</a:t>
            </a:r>
            <a:r>
              <a:rPr lang="en-US" altLang="ko-KR" dirty="0" smtClean="0"/>
              <a:t>orking tree, </a:t>
            </a:r>
            <a:r>
              <a:rPr lang="ko-KR" altLang="en-US" dirty="0" smtClean="0"/>
              <a:t>작업중인 파일 중 버전으로 만들고자 하는 파일을 선택하여 위치시키는 </a:t>
            </a:r>
            <a:r>
              <a:rPr lang="en-US" altLang="ko-KR" dirty="0" smtClean="0"/>
              <a:t>Staging Area</a:t>
            </a:r>
            <a:r>
              <a:rPr lang="ko-KR" altLang="en-US" dirty="0" smtClean="0"/>
              <a:t>로 나뉜다</a:t>
            </a:r>
            <a:r>
              <a:rPr lang="en-US" altLang="ko-KR" dirty="0" smtClean="0"/>
              <a:t>.</a:t>
            </a:r>
          </a:p>
          <a:p>
            <a:pPr lvl="1">
              <a:buSzPct val="100000"/>
            </a:pPr>
            <a:r>
              <a:rPr lang="en-US" altLang="ko-KR" dirty="0" smtClean="0"/>
              <a:t>Working tree -&gt; staging Area -&gt; Repository</a:t>
            </a:r>
            <a:r>
              <a:rPr lang="ko-KR" altLang="en-US" dirty="0" smtClean="0"/>
              <a:t>로 이동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/>
              <a:t>h</a:t>
            </a:r>
            <a:r>
              <a:rPr lang="en-US" altLang="ko-KR" dirty="0" smtClean="0"/>
              <a:t>ello1.txt </a:t>
            </a:r>
            <a:r>
              <a:rPr lang="ko-KR" altLang="en-US" dirty="0" smtClean="0"/>
              <a:t>파일을 생성 후</a:t>
            </a:r>
            <a:r>
              <a:rPr lang="en-US" altLang="ko-KR" dirty="0" smtClean="0"/>
              <a:t>, </a:t>
            </a:r>
            <a:r>
              <a:rPr lang="ko-KR" altLang="en-US" dirty="0" smtClean="0"/>
              <a:t>작업을 한다면 </a:t>
            </a:r>
            <a:r>
              <a:rPr lang="en-US" altLang="ko-KR" dirty="0" smtClean="0"/>
              <a:t>hello1.txt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working tree</a:t>
            </a:r>
            <a:r>
              <a:rPr lang="ko-KR" altLang="en-US" dirty="0" smtClean="0"/>
              <a:t>내에 위치한다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이때 </a:t>
            </a:r>
            <a:r>
              <a:rPr lang="en-US" altLang="ko-KR" dirty="0" err="1" smtClean="0"/>
              <a:t>git</a:t>
            </a:r>
            <a:r>
              <a:rPr lang="en-US" altLang="ko-KR" dirty="0" smtClean="0"/>
              <a:t> status</a:t>
            </a:r>
            <a:r>
              <a:rPr lang="ko-KR" altLang="en-US" dirty="0" smtClean="0"/>
              <a:t>를 확인하면 버전 관리를 할 것이라고 명시하지 않았기 때문에 </a:t>
            </a:r>
            <a:r>
              <a:rPr lang="en-US" altLang="ko-KR" dirty="0" smtClean="0"/>
              <a:t>untracked file</a:t>
            </a:r>
            <a:r>
              <a:rPr lang="ko-KR" altLang="en-US" dirty="0" smtClean="0"/>
              <a:t>이라고 표시된다</a:t>
            </a:r>
            <a:r>
              <a:rPr lang="en-US" altLang="ko-KR" dirty="0" smtClean="0"/>
              <a:t>.</a:t>
            </a:r>
          </a:p>
          <a:p>
            <a:pPr lvl="1">
              <a:buSzPct val="100000"/>
            </a:pPr>
            <a:r>
              <a:rPr lang="en-US" altLang="ko-KR" dirty="0" err="1"/>
              <a:t>g</a:t>
            </a:r>
            <a:r>
              <a:rPr lang="en-US" altLang="ko-KR" dirty="0" err="1" smtClean="0"/>
              <a:t>it</a:t>
            </a:r>
            <a:r>
              <a:rPr lang="en-US" altLang="ko-KR" dirty="0" smtClean="0"/>
              <a:t> add </a:t>
            </a:r>
            <a:r>
              <a:rPr lang="ko-KR" altLang="en-US" dirty="0" smtClean="0"/>
              <a:t>명령문으로 원하는 파일을 </a:t>
            </a:r>
            <a:r>
              <a:rPr lang="en-US" altLang="ko-KR" dirty="0" smtClean="0"/>
              <a:t>staging area</a:t>
            </a:r>
            <a:r>
              <a:rPr lang="ko-KR" altLang="en-US" dirty="0" smtClean="0"/>
              <a:t>로 이동시킨다</a:t>
            </a:r>
            <a:r>
              <a:rPr lang="en-US" altLang="ko-KR" dirty="0" smtClean="0"/>
              <a:t>.</a:t>
            </a:r>
          </a:p>
          <a:p>
            <a:pPr lvl="1">
              <a:buSzPct val="100000"/>
            </a:pPr>
            <a:r>
              <a:rPr lang="en-US" altLang="ko-KR" dirty="0" err="1"/>
              <a:t>g</a:t>
            </a:r>
            <a:r>
              <a:rPr lang="en-US" altLang="ko-KR" dirty="0" err="1" smtClean="0"/>
              <a:t>it</a:t>
            </a:r>
            <a:r>
              <a:rPr lang="en-US" altLang="ko-KR" dirty="0" smtClean="0"/>
              <a:t> commit –m “commit name” </a:t>
            </a:r>
            <a:r>
              <a:rPr lang="ko-KR" altLang="en-US" dirty="0" smtClean="0"/>
              <a:t>명령문으로 </a:t>
            </a:r>
            <a:r>
              <a:rPr lang="en-US" altLang="ko-KR" dirty="0" smtClean="0"/>
              <a:t>staging area</a:t>
            </a:r>
            <a:r>
              <a:rPr lang="ko-KR" altLang="en-US" dirty="0" smtClean="0"/>
              <a:t>에 있는 파일을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버전으로 생성시켜 </a:t>
            </a:r>
            <a:r>
              <a:rPr lang="en-US" altLang="ko-KR" dirty="0" smtClean="0"/>
              <a:t>repository</a:t>
            </a:r>
            <a:r>
              <a:rPr lang="ko-KR" altLang="en-US" dirty="0" smtClean="0"/>
              <a:t>에 이동된다</a:t>
            </a:r>
            <a:r>
              <a:rPr lang="en-US" altLang="ko-KR" dirty="0" smtClean="0"/>
              <a:t>.</a:t>
            </a:r>
            <a:r>
              <a:rPr lang="ko-KR" altLang="en-US" dirty="0" smtClean="0"/>
              <a:t>  </a:t>
            </a:r>
            <a:endParaRPr lang="en-US" altLang="ko-KR" dirty="0" smtClean="0"/>
          </a:p>
          <a:p>
            <a:pPr lvl="1">
              <a:buSzPct val="100000"/>
            </a:pP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GIT CLI </a:t>
            </a:r>
            <a:r>
              <a:rPr lang="ko-KR" altLang="en-US" dirty="0" smtClean="0"/>
              <a:t>버전관리 </a:t>
            </a:r>
            <a:r>
              <a:rPr lang="en-US" altLang="ko-KR" dirty="0" smtClean="0"/>
              <a:t>(III</a:t>
            </a:r>
            <a:r>
              <a:rPr lang="en-US" altLang="ko-KR" dirty="0"/>
              <a:t>) – </a:t>
            </a:r>
            <a:r>
              <a:rPr lang="ko-KR" altLang="en-US" dirty="0" smtClean="0"/>
              <a:t>버전의 생성</a:t>
            </a:r>
            <a:endParaRPr lang="ko-KR" alt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6063" y="3357434"/>
            <a:ext cx="4324350" cy="110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629" y="4941168"/>
            <a:ext cx="4205267" cy="7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227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ko-KR" altLang="en-US" dirty="0" smtClean="0"/>
              <a:t>버전 생성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smtClean="0"/>
              <a:t>Commit</a:t>
            </a:r>
            <a:r>
              <a:rPr lang="ko-KR" altLang="en-US" dirty="0" smtClean="0"/>
              <a:t>후 다시 </a:t>
            </a:r>
            <a:r>
              <a:rPr lang="en-US" altLang="ko-KR" dirty="0" smtClean="0"/>
              <a:t>status</a:t>
            </a:r>
            <a:r>
              <a:rPr lang="ko-KR" altLang="en-US" dirty="0" smtClean="0"/>
              <a:t>를 확인하면 현재 </a:t>
            </a:r>
            <a:r>
              <a:rPr lang="en-US" altLang="ko-KR" dirty="0" smtClean="0"/>
              <a:t>working tree</a:t>
            </a:r>
            <a:r>
              <a:rPr lang="ko-KR" altLang="en-US" dirty="0" smtClean="0"/>
              <a:t>가 비어있다고 표시된다</a:t>
            </a:r>
            <a:r>
              <a:rPr lang="en-US" altLang="ko-KR" dirty="0" smtClean="0"/>
              <a:t>.</a:t>
            </a:r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r>
              <a:rPr lang="ko-KR" altLang="en-US" dirty="0" smtClean="0"/>
              <a:t>버전이 정상적으로 저장되었는지 확인하려면 </a:t>
            </a:r>
            <a:r>
              <a:rPr lang="en-US" altLang="ko-KR" dirty="0" smtClean="0"/>
              <a:t>log</a:t>
            </a:r>
            <a:r>
              <a:rPr lang="ko-KR" altLang="en-US" dirty="0" smtClean="0"/>
              <a:t>를 확인한다</a:t>
            </a:r>
            <a:endParaRPr lang="en-US" altLang="ko-KR" dirty="0" smtClean="0"/>
          </a:p>
          <a:p>
            <a:pPr lvl="1"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smtClean="0"/>
              <a:t>hello1.txt</a:t>
            </a:r>
            <a:r>
              <a:rPr lang="ko-KR" altLang="en-US" dirty="0" smtClean="0"/>
              <a:t> 파일을 수정하면 파일이 수정한 파일이 </a:t>
            </a:r>
            <a:r>
              <a:rPr lang="en-US" altLang="ko-KR" dirty="0" smtClean="0"/>
              <a:t>stage</a:t>
            </a:r>
            <a:r>
              <a:rPr lang="ko-KR" altLang="en-US" dirty="0" smtClean="0"/>
              <a:t>에 존재하지 않는다는 것</a:t>
            </a:r>
            <a:r>
              <a:rPr lang="ko-KR" altLang="en-US" dirty="0"/>
              <a:t>을</a:t>
            </a:r>
            <a:r>
              <a:rPr lang="ko-KR" altLang="en-US" dirty="0" smtClean="0"/>
              <a:t> </a:t>
            </a:r>
            <a:r>
              <a:rPr lang="en-US" altLang="ko-KR" dirty="0" err="1" smtClean="0"/>
              <a:t>git</a:t>
            </a:r>
            <a:r>
              <a:rPr lang="ko-KR" altLang="en-US" dirty="0" smtClean="0"/>
              <a:t>이 감지한다</a:t>
            </a:r>
            <a:r>
              <a:rPr lang="en-US" altLang="ko-KR" dirty="0" smtClean="0"/>
              <a:t>.</a:t>
            </a:r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smtClean="0"/>
              <a:t>다시 </a:t>
            </a:r>
            <a:r>
              <a:rPr lang="en-US" altLang="ko-KR" dirty="0" smtClean="0"/>
              <a:t>hello1.txt</a:t>
            </a:r>
            <a:r>
              <a:rPr lang="ko-KR" altLang="en-US" dirty="0" smtClean="0"/>
              <a:t>를 </a:t>
            </a:r>
            <a:r>
              <a:rPr lang="en-US" altLang="ko-KR" dirty="0" smtClean="0"/>
              <a:t>stage</a:t>
            </a:r>
            <a:r>
              <a:rPr lang="ko-KR" altLang="en-US" dirty="0" smtClean="0"/>
              <a:t>에 올려 </a:t>
            </a:r>
            <a:r>
              <a:rPr lang="en-US" altLang="ko-KR" dirty="0" smtClean="0"/>
              <a:t>“message2”</a:t>
            </a:r>
            <a:r>
              <a:rPr lang="ko-KR" altLang="en-US" dirty="0" smtClean="0"/>
              <a:t>로 </a:t>
            </a:r>
            <a:r>
              <a:rPr lang="en-US" altLang="ko-KR" dirty="0" smtClean="0"/>
              <a:t>commit</a:t>
            </a:r>
            <a:r>
              <a:rPr lang="ko-KR" altLang="en-US" dirty="0" smtClean="0"/>
              <a:t>하여 버전을 생성하면 </a:t>
            </a:r>
            <a:r>
              <a:rPr lang="en-US" altLang="ko-KR" dirty="0" smtClean="0"/>
              <a:t>log</a:t>
            </a:r>
            <a:r>
              <a:rPr lang="ko-KR" altLang="en-US" dirty="0" smtClean="0"/>
              <a:t>를 통해 확인할 수 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GIT CLI </a:t>
            </a:r>
            <a:r>
              <a:rPr lang="ko-KR" altLang="en-US" dirty="0" smtClean="0"/>
              <a:t>버전관리</a:t>
            </a:r>
            <a:r>
              <a:rPr lang="en-US" altLang="ko-KR" dirty="0"/>
              <a:t> (</a:t>
            </a:r>
            <a:r>
              <a:rPr lang="en-US" altLang="ko-KR" dirty="0" smtClean="0"/>
              <a:t>IV) </a:t>
            </a:r>
            <a:r>
              <a:rPr lang="en-US" altLang="ko-KR" dirty="0"/>
              <a:t>– </a:t>
            </a:r>
            <a:r>
              <a:rPr lang="ko-KR" altLang="en-US" dirty="0" smtClean="0"/>
              <a:t>버전의 생성</a:t>
            </a:r>
            <a:endParaRPr lang="ko-KR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630" y="1628800"/>
            <a:ext cx="27813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553" y="2555077"/>
            <a:ext cx="4295775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630" y="3717032"/>
            <a:ext cx="4791075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630" y="4941168"/>
            <a:ext cx="4032448" cy="1559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5142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>
          <a:xfrm>
            <a:off x="239319" y="736600"/>
            <a:ext cx="11308336" cy="5644727"/>
          </a:xfrm>
        </p:spPr>
        <p:txBody>
          <a:bodyPr/>
          <a:lstStyle/>
          <a:p>
            <a:pPr>
              <a:buSzPct val="100000"/>
            </a:pPr>
            <a:r>
              <a:rPr lang="ko-KR" altLang="en-US" dirty="0" smtClean="0"/>
              <a:t>강의자료주소 </a:t>
            </a:r>
            <a:r>
              <a:rPr lang="en-US" altLang="ko-KR" dirty="0" smtClean="0"/>
              <a:t>: </a:t>
            </a:r>
            <a:r>
              <a:rPr lang="en-US" altLang="ko-KR" dirty="0" smtClean="0">
                <a:hlinkClick r:id="rId3"/>
              </a:rPr>
              <a:t>https</a:t>
            </a:r>
            <a:r>
              <a:rPr lang="en-US" altLang="ko-KR" dirty="0">
                <a:hlinkClick r:id="rId3"/>
              </a:rPr>
              <a:t>://</a:t>
            </a:r>
            <a:r>
              <a:rPr lang="en-US" altLang="ko-KR" dirty="0" smtClean="0">
                <a:hlinkClick r:id="rId3"/>
              </a:rPr>
              <a:t>opentutorials.org/course/3839/22593</a:t>
            </a:r>
          </a:p>
          <a:p>
            <a:pPr>
              <a:buSzPct val="100000"/>
            </a:pPr>
            <a:r>
              <a:rPr lang="en-US" altLang="ko-KR" dirty="0" err="1"/>
              <a:t>g</a:t>
            </a:r>
            <a:r>
              <a:rPr lang="en-US" altLang="ko-KR" dirty="0" err="1" smtClean="0"/>
              <a:t>it</a:t>
            </a:r>
            <a:r>
              <a:rPr lang="en-US" altLang="ko-KR" dirty="0" smtClean="0"/>
              <a:t> diff</a:t>
            </a:r>
          </a:p>
          <a:p>
            <a:pPr lvl="1">
              <a:buSzPct val="100000"/>
            </a:pPr>
            <a:r>
              <a:rPr lang="en-US" altLang="ko-KR" dirty="0" smtClean="0"/>
              <a:t>Working tree </a:t>
            </a:r>
            <a:r>
              <a:rPr lang="ko-KR" altLang="en-US" dirty="0" smtClean="0"/>
              <a:t>내에 수정된 파일과 이전에 </a:t>
            </a:r>
            <a:r>
              <a:rPr lang="en-US" altLang="ko-KR" dirty="0" smtClean="0"/>
              <a:t>commit</a:t>
            </a:r>
            <a:r>
              <a:rPr lang="ko-KR" altLang="en-US" dirty="0" smtClean="0"/>
              <a:t>된 파일 간의 차이점을 표시해준다</a:t>
            </a:r>
            <a:r>
              <a:rPr lang="en-US" altLang="ko-KR" dirty="0" smtClean="0"/>
              <a:t>.</a:t>
            </a:r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 smtClean="0"/>
          </a:p>
          <a:p>
            <a:pPr>
              <a:buSzPct val="100000"/>
            </a:pPr>
            <a:r>
              <a:rPr lang="en-US" altLang="ko-KR" dirty="0" err="1" smtClean="0"/>
              <a:t>git</a:t>
            </a:r>
            <a:r>
              <a:rPr lang="en-US" altLang="ko-KR" dirty="0" smtClean="0"/>
              <a:t> reset --hard</a:t>
            </a:r>
          </a:p>
          <a:p>
            <a:pPr lvl="1">
              <a:buSzPct val="100000"/>
            </a:pPr>
            <a:r>
              <a:rPr lang="en-US" altLang="ko-KR" dirty="0" smtClean="0"/>
              <a:t>Working tree </a:t>
            </a:r>
            <a:r>
              <a:rPr lang="ko-KR" altLang="en-US" dirty="0" smtClean="0"/>
              <a:t>내에 수정된 파일을 지우고 이전 버전으로 복원하는 기능 수행한다</a:t>
            </a:r>
            <a:r>
              <a:rPr lang="en-US" altLang="ko-KR" dirty="0" smtClean="0"/>
              <a:t>.</a:t>
            </a:r>
          </a:p>
          <a:p>
            <a:pPr lvl="1"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endParaRPr lang="en-US" altLang="ko-KR" dirty="0"/>
          </a:p>
          <a:p>
            <a:pPr>
              <a:buSzPct val="100000"/>
            </a:pPr>
            <a:r>
              <a:rPr lang="en-US" altLang="ko-KR" dirty="0" err="1" smtClean="0"/>
              <a:t>git</a:t>
            </a:r>
            <a:r>
              <a:rPr lang="en-US" altLang="ko-KR" dirty="0" smtClean="0"/>
              <a:t> log –p</a:t>
            </a:r>
          </a:p>
          <a:p>
            <a:pPr lvl="1">
              <a:buSzPct val="100000"/>
            </a:pPr>
            <a:r>
              <a:rPr lang="ko-KR" altLang="en-US" dirty="0" smtClean="0"/>
              <a:t>각 버전에서 수정된 사항을 모두 알려주는 명령어이다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GIT CLI </a:t>
            </a:r>
            <a:r>
              <a:rPr lang="ko-KR" altLang="en-US" dirty="0" smtClean="0"/>
              <a:t>버전관리</a:t>
            </a:r>
            <a:r>
              <a:rPr lang="en-US" altLang="ko-KR" dirty="0"/>
              <a:t> </a:t>
            </a:r>
            <a:r>
              <a:rPr lang="en-US" altLang="ko-KR" dirty="0" smtClean="0"/>
              <a:t>(V) </a:t>
            </a:r>
            <a:r>
              <a:rPr lang="en-US" altLang="ko-KR" dirty="0"/>
              <a:t>– </a:t>
            </a:r>
            <a:r>
              <a:rPr lang="ko-KR" altLang="en-US" dirty="0" smtClean="0"/>
              <a:t>버전간 의 차이점 비교</a:t>
            </a:r>
            <a:endParaRPr lang="ko-KR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614" y="2204864"/>
            <a:ext cx="4743450" cy="146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614" y="4509120"/>
            <a:ext cx="3552825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36372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>
          <a:xfrm>
            <a:off x="239319" y="736600"/>
            <a:ext cx="11308336" cy="5644727"/>
          </a:xfrm>
        </p:spPr>
        <p:txBody>
          <a:bodyPr/>
          <a:lstStyle/>
          <a:p>
            <a:pPr>
              <a:buSzPct val="100000"/>
            </a:pPr>
            <a:r>
              <a:rPr lang="ko-KR" altLang="en-US" dirty="0" smtClean="0"/>
              <a:t>강의자료주소 </a:t>
            </a:r>
            <a:r>
              <a:rPr lang="en-US" altLang="ko-KR" dirty="0" smtClean="0"/>
              <a:t>: </a:t>
            </a:r>
            <a:r>
              <a:rPr lang="en-US" altLang="ko-KR" dirty="0" smtClean="0">
                <a:hlinkClick r:id="rId3"/>
              </a:rPr>
              <a:t>https</a:t>
            </a:r>
            <a:r>
              <a:rPr lang="en-US" altLang="ko-KR" dirty="0">
                <a:hlinkClick r:id="rId3"/>
              </a:rPr>
              <a:t>://</a:t>
            </a:r>
            <a:r>
              <a:rPr lang="en-US" altLang="ko-KR" dirty="0" smtClean="0">
                <a:hlinkClick r:id="rId3"/>
              </a:rPr>
              <a:t>opentutorials.org/course/3839/22594</a:t>
            </a:r>
          </a:p>
          <a:p>
            <a:pPr>
              <a:buSzPct val="100000"/>
            </a:pPr>
            <a:r>
              <a:rPr lang="en-US" altLang="ko-KR" dirty="0" smtClean="0"/>
              <a:t>Checkout</a:t>
            </a:r>
          </a:p>
          <a:p>
            <a:pPr lvl="1">
              <a:buSzPct val="100000"/>
            </a:pPr>
            <a:r>
              <a:rPr lang="ko-KR" altLang="en-US" dirty="0" smtClean="0"/>
              <a:t>현재 최신버전</a:t>
            </a:r>
            <a:r>
              <a:rPr lang="en-US" altLang="ko-KR" dirty="0" smtClean="0"/>
              <a:t>(master)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message4 </a:t>
            </a:r>
            <a:r>
              <a:rPr lang="ko-KR" altLang="en-US" dirty="0" smtClean="0"/>
              <a:t>이며 </a:t>
            </a:r>
            <a:r>
              <a:rPr lang="en-US" altLang="ko-KR" dirty="0" smtClean="0"/>
              <a:t>hello1.txt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hello2.txt</a:t>
            </a:r>
            <a:r>
              <a:rPr lang="ko-KR" altLang="en-US" dirty="0" smtClean="0"/>
              <a:t>가 존재한다</a:t>
            </a:r>
            <a:r>
              <a:rPr lang="en-US" altLang="ko-KR" dirty="0" smtClean="0"/>
              <a:t>. Message3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hello1.txt.</a:t>
            </a:r>
            <a:r>
              <a:rPr lang="ko-KR" altLang="en-US" dirty="0" smtClean="0"/>
              <a:t>만</a:t>
            </a:r>
            <a:r>
              <a:rPr lang="en-US" altLang="ko-KR" dirty="0" smtClean="0"/>
              <a:t> </a:t>
            </a:r>
            <a:r>
              <a:rPr lang="ko-KR" altLang="en-US" dirty="0" smtClean="0"/>
              <a:t>존재하는 버전이다</a:t>
            </a:r>
            <a:r>
              <a:rPr lang="en-US" altLang="ko-KR" dirty="0" smtClean="0"/>
              <a:t>.</a:t>
            </a:r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err="1" smtClean="0"/>
              <a:t>git</a:t>
            </a:r>
            <a:r>
              <a:rPr lang="en-US" altLang="ko-KR" dirty="0" smtClean="0"/>
              <a:t> checkout </a:t>
            </a:r>
            <a:r>
              <a:rPr lang="ko-KR" altLang="en-US" dirty="0" smtClean="0"/>
              <a:t>을 이용해 </a:t>
            </a:r>
            <a:r>
              <a:rPr lang="en-US" altLang="ko-KR" dirty="0" smtClean="0"/>
              <a:t>message3 </a:t>
            </a:r>
            <a:r>
              <a:rPr lang="ko-KR" altLang="en-US" dirty="0" smtClean="0"/>
              <a:t>버전으로 복구하면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hello1.txt</a:t>
            </a:r>
            <a:r>
              <a:rPr lang="ko-KR" altLang="en-US" dirty="0" smtClean="0"/>
              <a:t>만 존재하던 </a:t>
            </a:r>
            <a:r>
              <a:rPr lang="en-US" altLang="ko-KR" dirty="0" smtClean="0"/>
              <a:t>message3 </a:t>
            </a:r>
            <a:r>
              <a:rPr lang="ko-KR" altLang="en-US" dirty="0" smtClean="0"/>
              <a:t>버전으로 복구가 되었고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 smtClean="0"/>
              <a:t>현재 버전은 </a:t>
            </a:r>
            <a:r>
              <a:rPr lang="en-US" altLang="ko-KR" dirty="0" smtClean="0"/>
              <a:t>7500f61…</a:t>
            </a:r>
            <a:r>
              <a:rPr lang="ko-KR" altLang="en-US" dirty="0" smtClean="0"/>
              <a:t>이라는 것을 학인 할 수 있다</a:t>
            </a:r>
            <a:r>
              <a:rPr lang="en-US" altLang="ko-KR" dirty="0" smtClean="0"/>
              <a:t>.</a:t>
            </a:r>
          </a:p>
          <a:p>
            <a:pPr lvl="1">
              <a:buSzPct val="100000"/>
            </a:pPr>
            <a:r>
              <a:rPr lang="ko-KR" altLang="en-US" dirty="0" smtClean="0"/>
              <a:t>이전 </a:t>
            </a:r>
            <a:r>
              <a:rPr lang="en-US" altLang="ko-KR" dirty="0" smtClean="0"/>
              <a:t>master</a:t>
            </a:r>
            <a:r>
              <a:rPr lang="ko-KR" altLang="en-US" dirty="0" smtClean="0"/>
              <a:t>버전이 사라진 것은 아니다</a:t>
            </a:r>
            <a:r>
              <a:rPr lang="en-US" altLang="ko-KR" dirty="0" smtClean="0"/>
              <a:t>. Checkout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head</a:t>
            </a:r>
            <a:r>
              <a:rPr lang="ko-KR" altLang="en-US" dirty="0" smtClean="0"/>
              <a:t>를 특정 </a:t>
            </a:r>
            <a:r>
              <a:rPr lang="ko-KR" altLang="en-US" dirty="0" err="1" smtClean="0"/>
              <a:t>커밋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을 가리키도록 설정하는 것이다</a:t>
            </a:r>
            <a:r>
              <a:rPr lang="en-US" altLang="ko-KR" dirty="0" smtClean="0"/>
              <a:t>.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GIT CLI </a:t>
            </a:r>
            <a:r>
              <a:rPr lang="ko-KR" altLang="en-US" dirty="0" smtClean="0"/>
              <a:t>버전관리</a:t>
            </a:r>
            <a:r>
              <a:rPr lang="en-US" altLang="ko-KR" dirty="0"/>
              <a:t> </a:t>
            </a:r>
            <a:r>
              <a:rPr lang="en-US" altLang="ko-KR" dirty="0" smtClean="0"/>
              <a:t>(VI) </a:t>
            </a:r>
            <a:r>
              <a:rPr lang="en-US" altLang="ko-KR" dirty="0"/>
              <a:t>– Checkout</a:t>
            </a:r>
            <a:r>
              <a:rPr lang="ko-KR" altLang="en-US" dirty="0" smtClean="0"/>
              <a:t>과 시간여행</a:t>
            </a:r>
            <a:endParaRPr lang="ko-KR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610" y="2492896"/>
            <a:ext cx="4495800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350" y="2924944"/>
            <a:ext cx="3686175" cy="338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직선 화살표 연결선 4"/>
          <p:cNvCxnSpPr/>
          <p:nvPr/>
        </p:nvCxnSpPr>
        <p:spPr>
          <a:xfrm>
            <a:off x="6095206" y="4365104"/>
            <a:ext cx="1152128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1833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>
          <a:xfrm>
            <a:off x="239319" y="736600"/>
            <a:ext cx="11308336" cy="5644727"/>
          </a:xfrm>
        </p:spPr>
        <p:txBody>
          <a:bodyPr/>
          <a:lstStyle/>
          <a:p>
            <a:pPr>
              <a:buSzPct val="100000"/>
            </a:pPr>
            <a:r>
              <a:rPr lang="ko-KR" altLang="en-US" dirty="0" smtClean="0"/>
              <a:t>강의자료주소 </a:t>
            </a:r>
            <a:r>
              <a:rPr lang="en-US" altLang="ko-KR" dirty="0" smtClean="0"/>
              <a:t>: </a:t>
            </a:r>
            <a:r>
              <a:rPr lang="en-US" altLang="ko-KR" dirty="0" smtClean="0">
                <a:hlinkClick r:id="rId3"/>
              </a:rPr>
              <a:t>https</a:t>
            </a:r>
            <a:r>
              <a:rPr lang="en-US" altLang="ko-KR" dirty="0">
                <a:hlinkClick r:id="rId3"/>
              </a:rPr>
              <a:t>://</a:t>
            </a:r>
            <a:r>
              <a:rPr lang="en-US" altLang="ko-KR" dirty="0" smtClean="0">
                <a:hlinkClick r:id="rId3"/>
              </a:rPr>
              <a:t>opentutorials.org/course/3839/22595</a:t>
            </a:r>
          </a:p>
          <a:p>
            <a:pPr>
              <a:buSzPct val="100000"/>
            </a:pPr>
            <a:r>
              <a:rPr lang="en-US" altLang="ko-KR" dirty="0" err="1"/>
              <a:t>g</a:t>
            </a:r>
            <a:r>
              <a:rPr lang="en-US" altLang="ko-KR" dirty="0" err="1" smtClean="0"/>
              <a:t>it</a:t>
            </a:r>
            <a:r>
              <a:rPr lang="en-US" altLang="ko-KR" dirty="0" smtClean="0"/>
              <a:t> add .</a:t>
            </a:r>
          </a:p>
          <a:p>
            <a:pPr lvl="1">
              <a:buSzPct val="100000"/>
            </a:pPr>
            <a:r>
              <a:rPr lang="ko-KR" altLang="en-US" dirty="0" smtClean="0"/>
              <a:t>현재 </a:t>
            </a:r>
            <a:r>
              <a:rPr lang="en-US" altLang="ko-KR" dirty="0" smtClean="0"/>
              <a:t>directory</a:t>
            </a:r>
            <a:r>
              <a:rPr lang="ko-KR" altLang="en-US" dirty="0" smtClean="0"/>
              <a:t>와 하위에 있는 모든 파일을 </a:t>
            </a:r>
            <a:r>
              <a:rPr lang="en-US" altLang="ko-KR" dirty="0" smtClean="0"/>
              <a:t>add</a:t>
            </a:r>
          </a:p>
          <a:p>
            <a:pPr lvl="1">
              <a:buSzPct val="100000"/>
            </a:pPr>
            <a:r>
              <a:rPr lang="en-US" altLang="ko-KR" dirty="0" err="1" smtClean="0"/>
              <a:t>git</a:t>
            </a:r>
            <a:r>
              <a:rPr lang="en-US" altLang="ko-KR" dirty="0" smtClean="0"/>
              <a:t> add </a:t>
            </a:r>
            <a:r>
              <a:rPr lang="en-US" altLang="ko-KR" dirty="0" err="1" smtClean="0"/>
              <a:t>src</a:t>
            </a:r>
            <a:r>
              <a:rPr lang="ko-KR" altLang="en-US" dirty="0" smtClean="0"/>
              <a:t>와 같이</a:t>
            </a:r>
            <a:r>
              <a:rPr lang="en-US" altLang="ko-KR" dirty="0" smtClean="0"/>
              <a:t>, </a:t>
            </a:r>
            <a:r>
              <a:rPr lang="ko-KR" altLang="en-US" dirty="0" smtClean="0"/>
              <a:t>특정 폴더이름을 명시하여 해당 폴더내의 모든 파일을 </a:t>
            </a:r>
            <a:r>
              <a:rPr lang="en-US" altLang="ko-KR" dirty="0" smtClean="0"/>
              <a:t>add</a:t>
            </a:r>
            <a:r>
              <a:rPr lang="ko-KR" altLang="en-US" dirty="0" smtClean="0"/>
              <a:t>할 수도 있다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pPr>
              <a:buSzPct val="100000"/>
            </a:pPr>
            <a:r>
              <a:rPr lang="en-US" altLang="ko-KR" dirty="0" err="1" smtClean="0"/>
              <a:t>git</a:t>
            </a:r>
            <a:r>
              <a:rPr lang="en-US" altLang="ko-KR" dirty="0" smtClean="0"/>
              <a:t> commit –am</a:t>
            </a:r>
          </a:p>
          <a:p>
            <a:pPr lvl="1">
              <a:buSzPct val="100000"/>
            </a:pPr>
            <a:r>
              <a:rPr lang="ko-KR" altLang="en-US" dirty="0" smtClean="0"/>
              <a:t>최초</a:t>
            </a:r>
            <a:r>
              <a:rPr lang="en-US" altLang="ko-KR" dirty="0" smtClean="0"/>
              <a:t>add</a:t>
            </a:r>
            <a:r>
              <a:rPr lang="ko-KR" altLang="en-US" dirty="0" smtClean="0"/>
              <a:t>가 되어 추적되어있는 파일을 </a:t>
            </a:r>
            <a:r>
              <a:rPr lang="en-US" altLang="ko-KR" dirty="0" smtClean="0"/>
              <a:t>add</a:t>
            </a:r>
            <a:r>
              <a:rPr lang="ko-KR" altLang="en-US" dirty="0" smtClean="0"/>
              <a:t>와 </a:t>
            </a:r>
            <a:r>
              <a:rPr lang="en-US" altLang="ko-KR" dirty="0" smtClean="0"/>
              <a:t>commit</a:t>
            </a:r>
            <a:r>
              <a:rPr lang="ko-KR" altLang="en-US" dirty="0" smtClean="0"/>
              <a:t>을 동시에 수행한다</a:t>
            </a:r>
            <a:r>
              <a:rPr lang="en-US" altLang="ko-KR" dirty="0" smtClean="0"/>
              <a:t>.</a:t>
            </a:r>
          </a:p>
          <a:p>
            <a:pPr lvl="1">
              <a:buSzPct val="100000"/>
            </a:pPr>
            <a:r>
              <a:rPr lang="en-US" altLang="ko-KR" dirty="0" smtClean="0"/>
              <a:t>Add</a:t>
            </a:r>
            <a:r>
              <a:rPr lang="ko-KR" altLang="en-US" dirty="0" smtClean="0"/>
              <a:t>를 한 적이 없는 파일은 </a:t>
            </a:r>
            <a:r>
              <a:rPr lang="en-US" altLang="ko-KR" dirty="0" smtClean="0"/>
              <a:t>untracked </a:t>
            </a:r>
            <a:r>
              <a:rPr lang="ko-KR" altLang="en-US" dirty="0" smtClean="0"/>
              <a:t>오류가 발생한다</a:t>
            </a:r>
            <a:r>
              <a:rPr lang="en-US" altLang="ko-KR" dirty="0" smtClean="0"/>
              <a:t>.</a:t>
            </a:r>
          </a:p>
          <a:p>
            <a:pPr marL="455612" lvl="1" indent="0">
              <a:buSzPct val="100000"/>
              <a:buNone/>
            </a:pP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GIT CLI </a:t>
            </a:r>
            <a:r>
              <a:rPr lang="ko-KR" altLang="en-US" dirty="0"/>
              <a:t>버전관리</a:t>
            </a:r>
            <a:r>
              <a:rPr lang="en-US" altLang="ko-KR" dirty="0" smtClean="0"/>
              <a:t> (VII</a:t>
            </a:r>
            <a:r>
              <a:rPr lang="en-US" altLang="ko-KR" dirty="0"/>
              <a:t>) – </a:t>
            </a:r>
            <a:r>
              <a:rPr lang="ko-KR" altLang="en-US" dirty="0" smtClean="0"/>
              <a:t>보충수업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61991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>
          <a:xfrm>
            <a:off x="239319" y="736600"/>
            <a:ext cx="11308336" cy="5644727"/>
          </a:xfrm>
        </p:spPr>
        <p:txBody>
          <a:bodyPr/>
          <a:lstStyle/>
          <a:p>
            <a:pPr>
              <a:buSzPct val="100000"/>
            </a:pPr>
            <a:r>
              <a:rPr lang="ko-KR" altLang="en-US" dirty="0" smtClean="0"/>
              <a:t>강의자료주소 </a:t>
            </a:r>
            <a:r>
              <a:rPr lang="en-US" altLang="ko-KR" dirty="0" smtClean="0"/>
              <a:t>: </a:t>
            </a:r>
            <a:r>
              <a:rPr lang="en-US" altLang="ko-KR" dirty="0" smtClean="0">
                <a:hlinkClick r:id="rId3"/>
              </a:rPr>
              <a:t>https</a:t>
            </a:r>
            <a:r>
              <a:rPr lang="en-US" altLang="ko-KR" dirty="0">
                <a:hlinkClick r:id="rId3"/>
              </a:rPr>
              <a:t>://</a:t>
            </a:r>
            <a:r>
              <a:rPr lang="en-US" altLang="ko-KR" dirty="0" smtClean="0">
                <a:hlinkClick r:id="rId3"/>
              </a:rPr>
              <a:t>opentutorials.org/course/3839/22596</a:t>
            </a:r>
          </a:p>
          <a:p>
            <a:pPr>
              <a:buSzPct val="100000"/>
            </a:pPr>
            <a:r>
              <a:rPr lang="en-US" altLang="ko-KR" dirty="0" err="1"/>
              <a:t>g</a:t>
            </a:r>
            <a:r>
              <a:rPr lang="en-US" altLang="ko-KR" dirty="0" err="1" smtClean="0"/>
              <a:t>it</a:t>
            </a:r>
            <a:r>
              <a:rPr lang="en-US" altLang="ko-KR" dirty="0" smtClean="0"/>
              <a:t> reset</a:t>
            </a:r>
          </a:p>
          <a:p>
            <a:pPr lvl="1">
              <a:buSzPct val="100000"/>
            </a:pPr>
            <a:r>
              <a:rPr lang="ko-KR" altLang="en-US" dirty="0" smtClean="0"/>
              <a:t>특정 버전으로 </a:t>
            </a:r>
            <a:r>
              <a:rPr lang="en-US" altLang="ko-KR" dirty="0" smtClean="0"/>
              <a:t>reset</a:t>
            </a:r>
            <a:r>
              <a:rPr lang="ko-KR" altLang="en-US" dirty="0" smtClean="0"/>
              <a:t>을 하면 </a:t>
            </a:r>
            <a:r>
              <a:rPr lang="en-US" altLang="ko-KR" dirty="0" smtClean="0"/>
              <a:t>master</a:t>
            </a:r>
            <a:r>
              <a:rPr lang="ko-KR" altLang="en-US" dirty="0" smtClean="0"/>
              <a:t>가 특정 버전이 되는 것이다</a:t>
            </a:r>
            <a:r>
              <a:rPr lang="en-US" altLang="ko-KR" dirty="0" smtClean="0"/>
              <a:t>.</a:t>
            </a:r>
          </a:p>
          <a:p>
            <a:pPr lvl="1">
              <a:buSzPct val="100000"/>
            </a:pPr>
            <a:r>
              <a:rPr lang="ko-KR" altLang="en-US" dirty="0" smtClean="0"/>
              <a:t>이 과정에서 </a:t>
            </a:r>
            <a:r>
              <a:rPr lang="en-US" altLang="ko-KR" dirty="0" smtClean="0"/>
              <a:t>master branch</a:t>
            </a:r>
            <a:r>
              <a:rPr lang="ko-KR" altLang="en-US" dirty="0" smtClean="0"/>
              <a:t>내에 상위 버전은 삭제된다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pPr lvl="1">
              <a:buSzPct val="100000"/>
            </a:pPr>
            <a:r>
              <a:rPr lang="en-US" altLang="ko-KR" dirty="0" smtClean="0"/>
              <a:t>Mode</a:t>
            </a:r>
            <a:r>
              <a:rPr lang="ko-KR" altLang="en-US" dirty="0" smtClean="0"/>
              <a:t>로 </a:t>
            </a:r>
            <a:r>
              <a:rPr lang="en-US" altLang="ko-KR" dirty="0" smtClean="0"/>
              <a:t>--hard, --mixed, --soft, --merge, --keep</a:t>
            </a:r>
            <a:r>
              <a:rPr lang="ko-KR" altLang="en-US" dirty="0" smtClean="0"/>
              <a:t>이 있다</a:t>
            </a:r>
            <a:r>
              <a:rPr lang="en-US" altLang="ko-KR" dirty="0" smtClean="0"/>
              <a:t>.</a:t>
            </a:r>
          </a:p>
          <a:p>
            <a:pPr>
              <a:buSzPct val="100000"/>
            </a:pPr>
            <a:r>
              <a:rPr lang="en-US" altLang="ko-KR" dirty="0" smtClean="0"/>
              <a:t>Modes</a:t>
            </a:r>
          </a:p>
          <a:p>
            <a:pPr lvl="1">
              <a:buSzPct val="100000"/>
            </a:pPr>
            <a:r>
              <a:rPr lang="en-US" altLang="ko-KR" dirty="0" smtClean="0"/>
              <a:t>--hard : working tree, staging area, repository</a:t>
            </a:r>
            <a:r>
              <a:rPr lang="ko-KR" altLang="en-US" dirty="0" smtClean="0"/>
              <a:t>의 내용 모두 삭제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smtClean="0"/>
              <a:t>--mixed : repository</a:t>
            </a:r>
            <a:r>
              <a:rPr lang="ko-KR" altLang="en-US" dirty="0" smtClean="0"/>
              <a:t>와</a:t>
            </a:r>
            <a:r>
              <a:rPr lang="en-US" altLang="ko-KR" dirty="0"/>
              <a:t> </a:t>
            </a:r>
            <a:r>
              <a:rPr lang="en-US" altLang="ko-KR" dirty="0" smtClean="0"/>
              <a:t>staging area</a:t>
            </a:r>
            <a:r>
              <a:rPr lang="ko-KR" altLang="en-US" dirty="0" smtClean="0"/>
              <a:t>의 내용 삭제</a:t>
            </a:r>
            <a:r>
              <a:rPr lang="en-US" altLang="ko-KR" dirty="0" smtClean="0"/>
              <a:t>, </a:t>
            </a:r>
            <a:r>
              <a:rPr lang="en-US" altLang="ko-KR" dirty="0"/>
              <a:t>repository</a:t>
            </a:r>
            <a:r>
              <a:rPr lang="ko-KR" altLang="en-US" dirty="0"/>
              <a:t>에서 </a:t>
            </a:r>
            <a:r>
              <a:rPr lang="en-US" altLang="ko-KR" dirty="0"/>
              <a:t>commit</a:t>
            </a:r>
            <a:r>
              <a:rPr lang="ko-KR" altLang="en-US" dirty="0"/>
              <a:t>된 사실만 삭제되고 해당 파일들은 </a:t>
            </a:r>
            <a:r>
              <a:rPr lang="en-US" altLang="ko-KR" dirty="0" err="1" smtClean="0"/>
              <a:t>unstaged</a:t>
            </a:r>
            <a:r>
              <a:rPr lang="en-US" altLang="ko-KR" dirty="0" smtClean="0"/>
              <a:t> </a:t>
            </a:r>
            <a:r>
              <a:rPr lang="ko-KR" altLang="en-US" dirty="0"/>
              <a:t>상태로 </a:t>
            </a:r>
            <a:r>
              <a:rPr lang="en-US" altLang="ko-KR" dirty="0"/>
              <a:t>working tree</a:t>
            </a:r>
            <a:r>
              <a:rPr lang="ko-KR" altLang="en-US" dirty="0"/>
              <a:t>에 </a:t>
            </a:r>
            <a:r>
              <a:rPr lang="ko-KR" altLang="en-US" dirty="0" smtClean="0"/>
              <a:t>보존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smtClean="0"/>
              <a:t>--soft : repository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commit</a:t>
            </a:r>
            <a:r>
              <a:rPr lang="ko-KR" altLang="en-US" dirty="0" smtClean="0"/>
              <a:t>된 사실만 삭제되고 해당 파일들은 </a:t>
            </a:r>
            <a:r>
              <a:rPr lang="en-US" altLang="ko-KR" dirty="0" smtClean="0"/>
              <a:t>staged </a:t>
            </a:r>
            <a:r>
              <a:rPr lang="ko-KR" altLang="en-US" dirty="0" smtClean="0"/>
              <a:t>상태로 </a:t>
            </a:r>
            <a:r>
              <a:rPr lang="en-US" altLang="ko-KR" dirty="0" smtClean="0"/>
              <a:t>working tree</a:t>
            </a:r>
            <a:r>
              <a:rPr lang="ko-KR" altLang="en-US" dirty="0" smtClean="0"/>
              <a:t>에 보존</a:t>
            </a:r>
            <a:endParaRPr lang="en-US" altLang="ko-KR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GIT CLI </a:t>
            </a:r>
            <a:r>
              <a:rPr lang="ko-KR" altLang="en-US" dirty="0" smtClean="0"/>
              <a:t>버전관리</a:t>
            </a:r>
            <a:r>
              <a:rPr lang="en-US" altLang="ko-KR" dirty="0"/>
              <a:t> </a:t>
            </a:r>
            <a:r>
              <a:rPr lang="en-US" altLang="ko-KR" dirty="0" smtClean="0"/>
              <a:t>(VIII</a:t>
            </a:r>
            <a:r>
              <a:rPr lang="en-US" altLang="ko-KR" dirty="0"/>
              <a:t>) – </a:t>
            </a:r>
            <a:r>
              <a:rPr lang="ko-KR" altLang="en-US" dirty="0" smtClean="0"/>
              <a:t>버전 삭제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32942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>
          <a:xfrm>
            <a:off x="239319" y="736600"/>
            <a:ext cx="11308336" cy="5644727"/>
          </a:xfrm>
        </p:spPr>
        <p:txBody>
          <a:bodyPr/>
          <a:lstStyle/>
          <a:p>
            <a:pPr>
              <a:buSzPct val="100000"/>
            </a:pPr>
            <a:r>
              <a:rPr lang="ko-KR" altLang="en-US" dirty="0" smtClean="0"/>
              <a:t>강의자료주소 </a:t>
            </a:r>
            <a:r>
              <a:rPr lang="en-US" altLang="ko-KR" dirty="0" smtClean="0"/>
              <a:t>: </a:t>
            </a:r>
            <a:r>
              <a:rPr lang="en-US" altLang="ko-KR" dirty="0" smtClean="0">
                <a:hlinkClick r:id="rId3"/>
              </a:rPr>
              <a:t>https</a:t>
            </a:r>
            <a:r>
              <a:rPr lang="en-US" altLang="ko-KR" dirty="0">
                <a:hlinkClick r:id="rId3"/>
              </a:rPr>
              <a:t>://</a:t>
            </a:r>
            <a:r>
              <a:rPr lang="en-US" altLang="ko-KR" dirty="0" smtClean="0">
                <a:hlinkClick r:id="rId3"/>
              </a:rPr>
              <a:t>opentutorials.org/course/3839/22597</a:t>
            </a:r>
            <a:endParaRPr lang="en-US" altLang="ko-KR" dirty="0" smtClean="0"/>
          </a:p>
          <a:p>
            <a:pPr>
              <a:buSzPct val="100000"/>
            </a:pPr>
            <a:r>
              <a:rPr lang="en-US" altLang="ko-KR" dirty="0" err="1" smtClean="0"/>
              <a:t>git</a:t>
            </a:r>
            <a:r>
              <a:rPr lang="en-US" altLang="ko-KR" dirty="0" smtClean="0"/>
              <a:t> revert</a:t>
            </a:r>
          </a:p>
          <a:p>
            <a:pPr lvl="1">
              <a:buSzPct val="100000"/>
            </a:pPr>
            <a:r>
              <a:rPr lang="en-US" altLang="ko-KR" dirty="0" smtClean="0"/>
              <a:t>Reset</a:t>
            </a:r>
            <a:r>
              <a:rPr lang="ko-KR" altLang="en-US" dirty="0" smtClean="0"/>
              <a:t>과 달리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이전 버전으로 되돌릴 때</a:t>
            </a:r>
            <a:r>
              <a:rPr lang="en-US" altLang="ko-KR" dirty="0" smtClean="0"/>
              <a:t> </a:t>
            </a:r>
            <a:r>
              <a:rPr lang="ko-KR" altLang="en-US" dirty="0" smtClean="0"/>
              <a:t>이후에 생겼던 </a:t>
            </a:r>
            <a:r>
              <a:rPr lang="en-US" altLang="ko-KR" dirty="0" smtClean="0"/>
              <a:t>commit</a:t>
            </a:r>
            <a:r>
              <a:rPr lang="ko-KR" altLang="en-US" dirty="0" smtClean="0"/>
              <a:t>을 지우지 않고 기록을 남기면서 버전을 되돌린다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smtClean="0"/>
              <a:t>현재 </a:t>
            </a:r>
            <a:r>
              <a:rPr lang="en-US" altLang="ko-KR" dirty="0" smtClean="0"/>
              <a:t>R5</a:t>
            </a:r>
            <a:r>
              <a:rPr lang="ko-KR" altLang="en-US" dirty="0" smtClean="0"/>
              <a:t>가 </a:t>
            </a:r>
            <a:r>
              <a:rPr lang="ko-KR" altLang="en-US" dirty="0" err="1" smtClean="0"/>
              <a:t>커밋되어있고</a:t>
            </a:r>
            <a:r>
              <a:rPr lang="en-US" altLang="ko-KR" dirty="0" smtClean="0"/>
              <a:t>, R5</a:t>
            </a:r>
            <a:r>
              <a:rPr lang="ko-KR" altLang="en-US" dirty="0" smtClean="0"/>
              <a:t>를 </a:t>
            </a:r>
            <a:r>
              <a:rPr lang="en-US" altLang="ko-KR" dirty="0" smtClean="0"/>
              <a:t>revert</a:t>
            </a:r>
            <a:r>
              <a:rPr lang="ko-KR" altLang="en-US" dirty="0" smtClean="0"/>
              <a:t>시켜 이전 버전인 </a:t>
            </a:r>
            <a:r>
              <a:rPr lang="en-US" altLang="ko-KR" dirty="0" smtClean="0"/>
              <a:t>R4</a:t>
            </a:r>
            <a:r>
              <a:rPr lang="ko-KR" altLang="en-US" dirty="0" smtClean="0"/>
              <a:t>로 되돌리고자 한다</a:t>
            </a:r>
            <a:r>
              <a:rPr lang="en-US" altLang="ko-KR" dirty="0" smtClean="0"/>
              <a:t>.</a:t>
            </a:r>
            <a:br>
              <a:rPr lang="en-US" altLang="ko-KR" dirty="0" smtClean="0"/>
            </a:br>
            <a:r>
              <a:rPr lang="en-US" altLang="ko-KR" dirty="0" err="1"/>
              <a:t>g</a:t>
            </a:r>
            <a:r>
              <a:rPr lang="en-US" altLang="ko-KR" dirty="0" err="1" smtClean="0"/>
              <a:t>it</a:t>
            </a:r>
            <a:r>
              <a:rPr lang="en-US" altLang="ko-KR" dirty="0" smtClean="0"/>
              <a:t> revert &lt;R5 id&gt;</a:t>
            </a:r>
            <a:r>
              <a:rPr lang="ko-KR" altLang="en-US" dirty="0" smtClean="0"/>
              <a:t>를 명령하면 자동으로 </a:t>
            </a:r>
            <a:r>
              <a:rPr lang="en-US" altLang="ko-KR" dirty="0" smtClean="0"/>
              <a:t>commit</a:t>
            </a:r>
            <a:r>
              <a:rPr lang="ko-KR" altLang="en-US" dirty="0" smtClean="0"/>
              <a:t>이 되어 파일이 </a:t>
            </a:r>
            <a:r>
              <a:rPr lang="en-US" altLang="ko-KR" dirty="0" smtClean="0"/>
              <a:t>R4</a:t>
            </a:r>
            <a:r>
              <a:rPr lang="ko-KR" altLang="en-US" dirty="0" smtClean="0"/>
              <a:t>로 되돌아가고</a:t>
            </a:r>
            <a:r>
              <a:rPr lang="en-US" altLang="ko-KR" dirty="0" smtClean="0"/>
              <a:t>, R5</a:t>
            </a:r>
            <a:r>
              <a:rPr lang="ko-KR" altLang="en-US" dirty="0" smtClean="0"/>
              <a:t>가 삭제되지 않고 </a:t>
            </a:r>
            <a:r>
              <a:rPr lang="en-US" altLang="ko-KR" dirty="0" smtClean="0"/>
              <a:t>revert</a:t>
            </a:r>
            <a:r>
              <a:rPr lang="ko-KR" altLang="en-US" dirty="0" smtClean="0"/>
              <a:t>기록이 추가된다</a:t>
            </a:r>
            <a:r>
              <a:rPr lang="en-US" altLang="ko-KR" dirty="0" smtClean="0"/>
              <a:t>.</a:t>
            </a:r>
          </a:p>
          <a:p>
            <a:pPr lvl="1">
              <a:buSzPct val="100000"/>
            </a:pPr>
            <a:endParaRPr lang="en-US" altLang="ko-KR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GIT CLI </a:t>
            </a:r>
            <a:r>
              <a:rPr lang="ko-KR" altLang="en-US" dirty="0" smtClean="0"/>
              <a:t>버전관리</a:t>
            </a:r>
            <a:r>
              <a:rPr lang="en-US" altLang="ko-KR" dirty="0"/>
              <a:t> </a:t>
            </a:r>
            <a:r>
              <a:rPr lang="en-US" altLang="ko-KR" dirty="0" smtClean="0"/>
              <a:t>(VIIII</a:t>
            </a:r>
            <a:r>
              <a:rPr lang="en-US" altLang="ko-KR" dirty="0"/>
              <a:t>) – </a:t>
            </a:r>
            <a:r>
              <a:rPr lang="ko-KR" altLang="en-US" dirty="0" smtClean="0"/>
              <a:t>버전 되돌리</a:t>
            </a:r>
            <a:r>
              <a:rPr lang="ko-KR" altLang="en-US" dirty="0"/>
              <a:t>기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622" y="2295525"/>
            <a:ext cx="3143250" cy="113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42" y="4581128"/>
            <a:ext cx="478155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9102" y="4725144"/>
            <a:ext cx="3143250" cy="154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22164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>
          <a:xfrm>
            <a:off x="239319" y="736600"/>
            <a:ext cx="11308336" cy="5644727"/>
          </a:xfrm>
        </p:spPr>
        <p:txBody>
          <a:bodyPr/>
          <a:lstStyle/>
          <a:p>
            <a:pPr>
              <a:buSzPct val="100000"/>
            </a:pPr>
            <a:r>
              <a:rPr lang="en-US" altLang="ko-KR" dirty="0" smtClean="0"/>
              <a:t>Revert </a:t>
            </a:r>
            <a:r>
              <a:rPr lang="ko-KR" altLang="en-US" dirty="0" smtClean="0"/>
              <a:t>유의사항</a:t>
            </a: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smtClean="0"/>
              <a:t>직전의 버전이 아닌 몇 단계 전의 버전으로 되돌아 가고자 할 때는 원하는 버전의 부모 </a:t>
            </a:r>
            <a:r>
              <a:rPr lang="en-US" altLang="ko-KR" dirty="0" smtClean="0"/>
              <a:t>commit id</a:t>
            </a:r>
            <a:r>
              <a:rPr lang="ko-KR" altLang="en-US" dirty="0" smtClean="0"/>
              <a:t>를 </a:t>
            </a:r>
            <a:r>
              <a:rPr lang="en-US" altLang="ko-KR" dirty="0" smtClean="0"/>
              <a:t>revert</a:t>
            </a:r>
            <a:r>
              <a:rPr lang="ko-KR" altLang="en-US" dirty="0" smtClean="0"/>
              <a:t>수행하면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충돌이 일어날 수 있다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그래서 몇 단계 전의 버전으로 되돌아 가기 위해선 역순으로 한번씩 </a:t>
            </a:r>
            <a:r>
              <a:rPr lang="en-US" altLang="ko-KR" dirty="0" smtClean="0"/>
              <a:t>revert</a:t>
            </a:r>
            <a:r>
              <a:rPr lang="ko-KR" altLang="en-US" dirty="0" err="1" smtClean="0"/>
              <a:t>시켜야한다</a:t>
            </a:r>
            <a:r>
              <a:rPr lang="en-US" altLang="ko-KR" dirty="0" smtClean="0"/>
              <a:t>.</a:t>
            </a:r>
          </a:p>
          <a:p>
            <a:pPr lvl="1">
              <a:buSzPct val="100000"/>
            </a:pPr>
            <a:r>
              <a:rPr lang="ko-KR" altLang="en-US" dirty="0" smtClean="0"/>
              <a:t>예를 들어</a:t>
            </a:r>
            <a:r>
              <a:rPr lang="en-US" altLang="ko-KR" dirty="0" smtClean="0"/>
              <a:t>, R1-&gt;R2-&gt;R3-&gt;R4 </a:t>
            </a:r>
            <a:r>
              <a:rPr lang="ko-KR" altLang="en-US" dirty="0" smtClean="0"/>
              <a:t>순으로 </a:t>
            </a:r>
            <a:r>
              <a:rPr lang="ko-KR" altLang="en-US" dirty="0" err="1" smtClean="0"/>
              <a:t>커밋되었고</a:t>
            </a:r>
            <a:r>
              <a:rPr lang="ko-KR" altLang="en-US" dirty="0" smtClean="0"/>
              <a:t> </a:t>
            </a:r>
            <a:r>
              <a:rPr lang="en-US" altLang="ko-KR" dirty="0" smtClean="0"/>
              <a:t>R1</a:t>
            </a:r>
            <a:r>
              <a:rPr lang="ko-KR" altLang="en-US" dirty="0" smtClean="0"/>
              <a:t>으로 되돌아 가기 위해선</a:t>
            </a:r>
            <a:r>
              <a:rPr lang="en-US" altLang="ko-KR" dirty="0" smtClean="0"/>
              <a:t>, revert R4, revert R3, revert R2</a:t>
            </a:r>
            <a:r>
              <a:rPr lang="ko-KR" altLang="en-US" dirty="0" smtClean="0"/>
              <a:t>로 역순으로 </a:t>
            </a:r>
            <a:r>
              <a:rPr lang="en-US" altLang="ko-KR" dirty="0" smtClean="0"/>
              <a:t>revert </a:t>
            </a:r>
            <a:r>
              <a:rPr lang="ko-KR" altLang="en-US" dirty="0" smtClean="0"/>
              <a:t>해야 한다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GIT CLI </a:t>
            </a:r>
            <a:r>
              <a:rPr lang="ko-KR" altLang="en-US" dirty="0" smtClean="0"/>
              <a:t>버전관리</a:t>
            </a:r>
            <a:r>
              <a:rPr lang="en-US" altLang="ko-KR" dirty="0"/>
              <a:t> </a:t>
            </a:r>
            <a:r>
              <a:rPr lang="en-US" altLang="ko-KR" dirty="0" smtClean="0"/>
              <a:t>(X) </a:t>
            </a:r>
            <a:r>
              <a:rPr lang="en-US" altLang="ko-KR" dirty="0"/>
              <a:t>– </a:t>
            </a:r>
            <a:r>
              <a:rPr lang="ko-KR" altLang="en-US" dirty="0" smtClean="0"/>
              <a:t>버전 되돌리</a:t>
            </a:r>
            <a:r>
              <a:rPr lang="ko-KR" altLang="en-US" dirty="0"/>
              <a:t>기</a:t>
            </a:r>
          </a:p>
        </p:txBody>
      </p:sp>
    </p:spTree>
    <p:extLst>
      <p:ext uri="{BB962C8B-B14F-4D97-AF65-F5344CB8AC3E}">
        <p14:creationId xmlns:p14="http://schemas.microsoft.com/office/powerpoint/2010/main" val="2560662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>
          <a:xfrm>
            <a:off x="239319" y="736600"/>
            <a:ext cx="11308336" cy="5644727"/>
          </a:xfrm>
        </p:spPr>
        <p:txBody>
          <a:bodyPr/>
          <a:lstStyle/>
          <a:p>
            <a:pPr>
              <a:buSzPct val="100000"/>
            </a:pPr>
            <a:r>
              <a:rPr lang="ko-KR" altLang="en-US" dirty="0" smtClean="0"/>
              <a:t>강의자료주소 </a:t>
            </a:r>
            <a:r>
              <a:rPr lang="en-US" altLang="ko-KR" dirty="0" smtClean="0"/>
              <a:t>: https</a:t>
            </a:r>
            <a:r>
              <a:rPr lang="en-US" altLang="ko-KR" dirty="0"/>
              <a:t>://</a:t>
            </a:r>
            <a:r>
              <a:rPr lang="en-US" altLang="ko-KR" dirty="0" smtClean="0"/>
              <a:t>opentutorials.org/course/3840/23677</a:t>
            </a:r>
          </a:p>
          <a:p>
            <a:pPr>
              <a:buSzPct val="100000"/>
            </a:pPr>
            <a:r>
              <a:rPr lang="en-US" altLang="ko-KR" dirty="0" err="1" smtClean="0"/>
              <a:t>git</a:t>
            </a:r>
            <a:r>
              <a:rPr lang="en-US" altLang="ko-KR" dirty="0" smtClean="0"/>
              <a:t> branch</a:t>
            </a:r>
          </a:p>
          <a:p>
            <a:pPr lvl="1">
              <a:buSzPct val="100000"/>
            </a:pPr>
            <a:r>
              <a:rPr lang="en-US" altLang="ko-KR" dirty="0" smtClean="0"/>
              <a:t>Branch </a:t>
            </a:r>
            <a:r>
              <a:rPr lang="ko-KR" altLang="en-US" dirty="0" smtClean="0"/>
              <a:t>생성</a:t>
            </a:r>
            <a:endParaRPr lang="en-US" altLang="ko-KR" dirty="0" smtClean="0"/>
          </a:p>
          <a:p>
            <a:pPr>
              <a:buSzPct val="100000"/>
            </a:pPr>
            <a:r>
              <a:rPr lang="en-US" altLang="ko-KR" dirty="0" err="1"/>
              <a:t>g</a:t>
            </a:r>
            <a:r>
              <a:rPr lang="en-US" altLang="ko-KR" dirty="0" err="1" smtClean="0"/>
              <a:t>it</a:t>
            </a:r>
            <a:r>
              <a:rPr lang="en-US" altLang="ko-KR" dirty="0" smtClean="0"/>
              <a:t> switch</a:t>
            </a:r>
          </a:p>
          <a:p>
            <a:pPr lvl="1">
              <a:buSzPct val="100000"/>
            </a:pPr>
            <a:r>
              <a:rPr lang="ko-KR" altLang="en-US" dirty="0" smtClean="0"/>
              <a:t>원하는 </a:t>
            </a:r>
            <a:r>
              <a:rPr lang="en-US" altLang="ko-KR" dirty="0" smtClean="0"/>
              <a:t>branch</a:t>
            </a:r>
            <a:r>
              <a:rPr lang="ko-KR" altLang="en-US" dirty="0" smtClean="0"/>
              <a:t>로 이동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/>
              <a:t>Head</a:t>
            </a:r>
            <a:r>
              <a:rPr lang="ko-KR" altLang="en-US" dirty="0"/>
              <a:t>가 해당 </a:t>
            </a:r>
            <a:r>
              <a:rPr lang="en-US" altLang="ko-KR" dirty="0"/>
              <a:t>branch</a:t>
            </a:r>
            <a:r>
              <a:rPr lang="ko-KR" altLang="en-US" dirty="0"/>
              <a:t>를 가리킴</a:t>
            </a: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GIT </a:t>
            </a:r>
            <a:r>
              <a:rPr lang="en-US" altLang="ko-KR" dirty="0" smtClean="0"/>
              <a:t>CLI Branch &amp; Conflict </a:t>
            </a:r>
            <a:r>
              <a:rPr lang="en-US" altLang="ko-KR" dirty="0"/>
              <a:t>(I) – branch</a:t>
            </a:r>
            <a:r>
              <a:rPr lang="ko-KR" altLang="en-US" dirty="0" smtClean="0"/>
              <a:t>사용법</a:t>
            </a:r>
            <a:endParaRPr lang="ko-KR" alt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107" y="3717032"/>
            <a:ext cx="3444707" cy="864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21849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>
          <a:xfrm>
            <a:off x="239319" y="736600"/>
            <a:ext cx="11308336" cy="5644727"/>
          </a:xfrm>
        </p:spPr>
        <p:txBody>
          <a:bodyPr/>
          <a:lstStyle/>
          <a:p>
            <a:pPr>
              <a:buSzPct val="100000"/>
            </a:pPr>
            <a:r>
              <a:rPr lang="ko-KR" altLang="en-US" dirty="0" smtClean="0"/>
              <a:t>강의자료주소 </a:t>
            </a:r>
            <a:r>
              <a:rPr lang="en-US" altLang="ko-KR" dirty="0" smtClean="0"/>
              <a:t>: https</a:t>
            </a:r>
            <a:r>
              <a:rPr lang="en-US" altLang="ko-KR" dirty="0"/>
              <a:t>://</a:t>
            </a:r>
            <a:r>
              <a:rPr lang="en-US" altLang="ko-KR" dirty="0" smtClean="0"/>
              <a:t>opentutorials.org/course/3840/23684</a:t>
            </a:r>
          </a:p>
          <a:p>
            <a:pPr>
              <a:buSzPct val="100000"/>
            </a:pPr>
            <a:r>
              <a:rPr lang="en-US" altLang="ko-KR" dirty="0" smtClean="0"/>
              <a:t>3 way merge</a:t>
            </a:r>
          </a:p>
          <a:p>
            <a:pPr lvl="1">
              <a:buSzPct val="100000"/>
            </a:pPr>
            <a:r>
              <a:rPr lang="en-US" altLang="ko-KR" dirty="0" err="1" smtClean="0"/>
              <a:t>Git</a:t>
            </a:r>
            <a:r>
              <a:rPr lang="ko-KR" altLang="en-US" dirty="0" smtClean="0"/>
              <a:t>이 충돌을 처리하는 방법이다</a:t>
            </a:r>
            <a:r>
              <a:rPr lang="en-US" altLang="ko-KR" dirty="0" smtClean="0"/>
              <a:t>.</a:t>
            </a:r>
          </a:p>
          <a:p>
            <a:pPr lvl="1">
              <a:buSzPct val="100000"/>
            </a:pPr>
            <a:r>
              <a:rPr lang="ko-KR" altLang="en-US" dirty="0" smtClean="0"/>
              <a:t>두 파생 </a:t>
            </a:r>
            <a:r>
              <a:rPr lang="en-US" altLang="ko-KR" dirty="0" smtClean="0"/>
              <a:t>branch</a:t>
            </a:r>
            <a:r>
              <a:rPr lang="ko-KR" altLang="en-US" dirty="0" smtClean="0"/>
              <a:t>를 </a:t>
            </a:r>
            <a:r>
              <a:rPr lang="en-US" altLang="ko-KR" dirty="0" smtClean="0"/>
              <a:t>merge</a:t>
            </a:r>
            <a:r>
              <a:rPr lang="ko-KR" altLang="en-US" dirty="0" smtClean="0"/>
              <a:t>할 때 </a:t>
            </a:r>
            <a:r>
              <a:rPr lang="en-US" altLang="ko-KR" dirty="0" smtClean="0"/>
              <a:t>base</a:t>
            </a:r>
            <a:r>
              <a:rPr lang="ko-KR" altLang="en-US" dirty="0" smtClean="0"/>
              <a:t>와 비교하여 파생 </a:t>
            </a:r>
            <a:r>
              <a:rPr lang="en-US" altLang="ko-KR" dirty="0" smtClean="0"/>
              <a:t>branch</a:t>
            </a:r>
            <a:r>
              <a:rPr lang="ko-KR" altLang="en-US" dirty="0" smtClean="0"/>
              <a:t>간의 비교인 </a:t>
            </a:r>
            <a:r>
              <a:rPr lang="en-US" altLang="ko-KR" dirty="0" smtClean="0"/>
              <a:t>2 way</a:t>
            </a:r>
            <a:r>
              <a:rPr lang="ko-KR" altLang="en-US" dirty="0" smtClean="0"/>
              <a:t>보다 훨씬 더 많은 부분을 자동으로 </a:t>
            </a:r>
            <a:r>
              <a:rPr lang="en-US" altLang="ko-KR" dirty="0" smtClean="0"/>
              <a:t>merge</a:t>
            </a:r>
            <a:r>
              <a:rPr lang="ko-KR" altLang="en-US" dirty="0" smtClean="0"/>
              <a:t>할 수 있다</a:t>
            </a:r>
            <a:r>
              <a:rPr lang="en-US" altLang="ko-KR" dirty="0" smtClean="0"/>
              <a:t>.</a:t>
            </a:r>
          </a:p>
          <a:p>
            <a:pPr lvl="1">
              <a:buSzPct val="100000"/>
            </a:pPr>
            <a:r>
              <a:rPr lang="en-US" altLang="ko-KR" dirty="0" smtClean="0"/>
              <a:t>3 way merge</a:t>
            </a:r>
            <a:r>
              <a:rPr lang="ko-KR" altLang="en-US" dirty="0" smtClean="0"/>
              <a:t>에서도 서로 다른 두 파생 </a:t>
            </a:r>
            <a:r>
              <a:rPr lang="en-US" altLang="ko-KR" dirty="0" smtClean="0"/>
              <a:t>branch</a:t>
            </a:r>
            <a:r>
              <a:rPr lang="ko-KR" altLang="en-US" dirty="0" smtClean="0"/>
              <a:t>가 </a:t>
            </a:r>
            <a:r>
              <a:rPr lang="en-US" altLang="ko-KR" dirty="0" smtClean="0"/>
              <a:t>base</a:t>
            </a:r>
            <a:r>
              <a:rPr lang="ko-KR" altLang="en-US" dirty="0" smtClean="0"/>
              <a:t>와도 다른 </a:t>
            </a:r>
            <a:r>
              <a:rPr lang="en-US" altLang="ko-KR" dirty="0" smtClean="0"/>
              <a:t>commit</a:t>
            </a:r>
            <a:r>
              <a:rPr lang="ko-KR" altLang="en-US" dirty="0" smtClean="0"/>
              <a:t>을 가지면 충돌이 일어난다</a:t>
            </a:r>
            <a:r>
              <a:rPr lang="en-US" altLang="ko-KR" dirty="0" smtClean="0"/>
              <a:t>.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pPr lvl="1"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endParaRPr lang="en-US" altLang="ko-KR" dirty="0"/>
          </a:p>
          <a:p>
            <a:pPr>
              <a:buSzPct val="100000"/>
            </a:pPr>
            <a:r>
              <a:rPr lang="en-US" altLang="ko-KR" dirty="0" smtClean="0"/>
              <a:t>Merge commit</a:t>
            </a:r>
          </a:p>
          <a:p>
            <a:pPr lvl="1">
              <a:buSzPct val="100000"/>
            </a:pPr>
            <a:r>
              <a:rPr lang="ko-KR" altLang="en-US" dirty="0" smtClean="0"/>
              <a:t>두 버전이 병합된 결과를 </a:t>
            </a:r>
            <a:r>
              <a:rPr lang="en-US" altLang="ko-KR" dirty="0" smtClean="0"/>
              <a:t>merge commit</a:t>
            </a:r>
            <a:r>
              <a:rPr lang="ko-KR" altLang="en-US" dirty="0" smtClean="0"/>
              <a:t>라 칭한다</a:t>
            </a:r>
            <a:r>
              <a:rPr lang="en-US" altLang="ko-KR" dirty="0" smtClean="0"/>
              <a:t>.</a:t>
            </a:r>
          </a:p>
          <a:p>
            <a:pPr lvl="1">
              <a:buSzPct val="100000"/>
            </a:pPr>
            <a:r>
              <a:rPr lang="en-US" altLang="ko-KR" dirty="0" smtClean="0"/>
              <a:t>Head</a:t>
            </a:r>
            <a:r>
              <a:rPr lang="ko-KR" altLang="en-US" dirty="0" smtClean="0"/>
              <a:t>가 해당 </a:t>
            </a:r>
            <a:r>
              <a:rPr lang="en-US" altLang="ko-KR" dirty="0" smtClean="0"/>
              <a:t>branch</a:t>
            </a:r>
            <a:r>
              <a:rPr lang="ko-KR" altLang="en-US" dirty="0" smtClean="0"/>
              <a:t>를 가리킴</a:t>
            </a:r>
            <a:endParaRPr lang="en-US" altLang="ko-KR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GIT </a:t>
            </a:r>
            <a:r>
              <a:rPr lang="en-US" altLang="ko-KR" dirty="0" smtClean="0"/>
              <a:t>CLI Branch &amp; Conflict (II</a:t>
            </a:r>
            <a:r>
              <a:rPr lang="en-US" altLang="ko-KR" dirty="0"/>
              <a:t>) – 3 </a:t>
            </a:r>
            <a:r>
              <a:rPr lang="en-US" altLang="ko-KR" dirty="0" smtClean="0"/>
              <a:t>way merge</a:t>
            </a:r>
            <a:endParaRPr lang="ko-KR" alt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646" y="3580335"/>
            <a:ext cx="6408712" cy="1477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17285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>
          <a:xfrm>
            <a:off x="239319" y="736600"/>
            <a:ext cx="11308336" cy="5644727"/>
          </a:xfrm>
        </p:spPr>
        <p:txBody>
          <a:bodyPr/>
          <a:lstStyle/>
          <a:p>
            <a:pPr>
              <a:buSzPct val="100000"/>
            </a:pPr>
            <a:r>
              <a:rPr lang="ko-KR" altLang="en-US" dirty="0" smtClean="0"/>
              <a:t>강의자료주소 </a:t>
            </a:r>
            <a:r>
              <a:rPr lang="en-US" altLang="ko-KR" dirty="0" smtClean="0"/>
              <a:t>: https</a:t>
            </a:r>
            <a:r>
              <a:rPr lang="en-US" altLang="ko-KR" dirty="0"/>
              <a:t>://</a:t>
            </a:r>
            <a:r>
              <a:rPr lang="en-US" altLang="ko-KR" dirty="0" smtClean="0"/>
              <a:t>opentutorials.org/course/3840/23693</a:t>
            </a:r>
          </a:p>
          <a:p>
            <a:pPr>
              <a:buSzPct val="100000"/>
            </a:pPr>
            <a:r>
              <a:rPr lang="en-US" altLang="ko-KR" dirty="0" smtClean="0"/>
              <a:t>Reset vs Checkout</a:t>
            </a:r>
          </a:p>
          <a:p>
            <a:pPr lvl="1">
              <a:buSzPct val="100000"/>
            </a:pPr>
            <a:r>
              <a:rPr lang="en-US" altLang="ko-KR" dirty="0" smtClean="0"/>
              <a:t>Checkout : head</a:t>
            </a:r>
            <a:r>
              <a:rPr lang="ko-KR" altLang="en-US" dirty="0" smtClean="0"/>
              <a:t>가 가리키는 </a:t>
            </a:r>
            <a:r>
              <a:rPr lang="en-US" altLang="ko-KR" dirty="0" smtClean="0"/>
              <a:t>branch</a:t>
            </a:r>
            <a:r>
              <a:rPr lang="ko-KR" altLang="en-US" dirty="0" smtClean="0"/>
              <a:t>나 </a:t>
            </a:r>
            <a:r>
              <a:rPr lang="en-US" altLang="ko-KR" dirty="0" smtClean="0"/>
              <a:t>commit</a:t>
            </a:r>
            <a:r>
              <a:rPr lang="ko-KR" altLang="en-US" dirty="0" smtClean="0"/>
              <a:t>을 변경하는 명령</a:t>
            </a:r>
            <a:r>
              <a:rPr lang="en-US" altLang="ko-KR" dirty="0" smtClean="0"/>
              <a:t>. </a:t>
            </a:r>
            <a:r>
              <a:rPr lang="ko-KR" altLang="en-US" dirty="0" smtClean="0"/>
              <a:t>이때 </a:t>
            </a:r>
            <a:r>
              <a:rPr lang="en-US" altLang="ko-KR" dirty="0" smtClean="0"/>
              <a:t>commit</a:t>
            </a:r>
            <a:r>
              <a:rPr lang="ko-KR" altLang="en-US" dirty="0" smtClean="0"/>
              <a:t>을 직접 가리키는 것을 </a:t>
            </a:r>
            <a:r>
              <a:rPr lang="en-US" altLang="ko-KR" dirty="0" smtClean="0"/>
              <a:t>detached head</a:t>
            </a:r>
            <a:r>
              <a:rPr lang="ko-KR" altLang="en-US" dirty="0" smtClean="0"/>
              <a:t>라고 한다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pPr lvl="1">
              <a:buSzPct val="100000"/>
            </a:pPr>
            <a:r>
              <a:rPr lang="en-US" altLang="ko-KR" dirty="0" smtClean="0"/>
              <a:t>Reset : branch</a:t>
            </a:r>
            <a:r>
              <a:rPr lang="ko-KR" altLang="en-US" dirty="0" smtClean="0"/>
              <a:t>가 가리키는 </a:t>
            </a:r>
            <a:r>
              <a:rPr lang="en-US" altLang="ko-KR" dirty="0" smtClean="0"/>
              <a:t>commit</a:t>
            </a:r>
            <a:r>
              <a:rPr lang="ko-KR" altLang="en-US" dirty="0" smtClean="0"/>
              <a:t>을 바꾸는 것이다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해당 </a:t>
            </a:r>
            <a:r>
              <a:rPr lang="en-US" altLang="ko-KR" dirty="0" smtClean="0"/>
              <a:t>commit</a:t>
            </a:r>
            <a:r>
              <a:rPr lang="ko-KR" altLang="en-US" dirty="0" smtClean="0"/>
              <a:t>이후의 </a:t>
            </a:r>
            <a:r>
              <a:rPr lang="en-US" altLang="ko-KR" dirty="0" smtClean="0"/>
              <a:t>commit</a:t>
            </a:r>
            <a:r>
              <a:rPr lang="ko-KR" altLang="en-US" dirty="0" smtClean="0"/>
              <a:t>은 더 이상 그 </a:t>
            </a:r>
            <a:r>
              <a:rPr lang="en-US" altLang="ko-KR" dirty="0" smtClean="0"/>
              <a:t>branch</a:t>
            </a:r>
            <a:r>
              <a:rPr lang="ko-KR" altLang="en-US" dirty="0" smtClean="0"/>
              <a:t>에 소속되지 않으므로 삭제가 된다</a:t>
            </a:r>
            <a:r>
              <a:rPr lang="en-US" altLang="ko-KR" dirty="0" smtClean="0"/>
              <a:t>.</a:t>
            </a:r>
          </a:p>
          <a:p>
            <a:pPr marL="455612" lvl="1" indent="0">
              <a:buSzPct val="100000"/>
              <a:buNone/>
            </a:pPr>
            <a:endParaRPr lang="en-US" altLang="ko-KR" dirty="0"/>
          </a:p>
          <a:p>
            <a:pPr marL="455612" lvl="1" indent="0">
              <a:buSzPct val="100000"/>
              <a:buNone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GIT </a:t>
            </a:r>
            <a:r>
              <a:rPr lang="en-US" altLang="ko-KR" dirty="0" smtClean="0"/>
              <a:t>CLI Branch &amp; Conflict (III</a:t>
            </a:r>
            <a:r>
              <a:rPr lang="en-US" altLang="ko-KR" dirty="0"/>
              <a:t>) – reset </a:t>
            </a:r>
            <a:r>
              <a:rPr lang="en-US" altLang="ko-KR" dirty="0" smtClean="0"/>
              <a:t>vs checkout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27254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>
          <a:xfrm>
            <a:off x="239319" y="736600"/>
            <a:ext cx="11308336" cy="5644727"/>
          </a:xfrm>
        </p:spPr>
        <p:txBody>
          <a:bodyPr/>
          <a:lstStyle/>
          <a:p>
            <a:pPr>
              <a:buSzPct val="100000"/>
            </a:pPr>
            <a:r>
              <a:rPr lang="ko-KR" altLang="en-US" dirty="0" smtClean="0"/>
              <a:t>강의자료주소 </a:t>
            </a:r>
            <a:r>
              <a:rPr lang="en-US" altLang="ko-KR" dirty="0" smtClean="0"/>
              <a:t>: https</a:t>
            </a:r>
            <a:r>
              <a:rPr lang="en-US" altLang="ko-KR" dirty="0"/>
              <a:t>://</a:t>
            </a:r>
            <a:r>
              <a:rPr lang="en-US" altLang="ko-KR" dirty="0" smtClean="0"/>
              <a:t>opentutorials.org/course/3841/22825</a:t>
            </a:r>
          </a:p>
          <a:p>
            <a:pPr>
              <a:buSzPct val="100000"/>
            </a:pPr>
            <a:r>
              <a:rPr lang="ko-KR" altLang="en-US" dirty="0" smtClean="0"/>
              <a:t>원격저장소 연결</a:t>
            </a: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smtClean="0"/>
              <a:t>지역저장소와 원격저장소를 연결하기 위해선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github</a:t>
            </a:r>
            <a:r>
              <a:rPr lang="ko-KR" altLang="en-US" dirty="0" smtClean="0"/>
              <a:t>환</a:t>
            </a:r>
            <a:r>
              <a:rPr lang="ko-KR" altLang="en-US" dirty="0"/>
              <a:t>경</a:t>
            </a:r>
            <a:r>
              <a:rPr lang="en-US" altLang="ko-KR" dirty="0" smtClean="0"/>
              <a:t>) </a:t>
            </a:r>
            <a:r>
              <a:rPr lang="en-US" altLang="ko-KR" dirty="0" err="1" smtClean="0"/>
              <a:t>git</a:t>
            </a:r>
            <a:r>
              <a:rPr lang="en-US" altLang="ko-KR" dirty="0" smtClean="0"/>
              <a:t> remote add origin “repository address”</a:t>
            </a:r>
            <a:r>
              <a:rPr lang="ko-KR" altLang="en-US" dirty="0" smtClean="0"/>
              <a:t>로 연결한다</a:t>
            </a:r>
            <a:r>
              <a:rPr lang="en-US" altLang="ko-KR" dirty="0" smtClean="0"/>
              <a:t>.</a:t>
            </a:r>
          </a:p>
          <a:p>
            <a:pPr lvl="1">
              <a:buSzPct val="100000"/>
            </a:pPr>
            <a:r>
              <a:rPr lang="en-US" altLang="ko-KR" dirty="0" err="1" smtClean="0"/>
              <a:t>Git</a:t>
            </a:r>
            <a:r>
              <a:rPr lang="en-US" altLang="ko-KR" dirty="0" smtClean="0"/>
              <a:t> remote –v </a:t>
            </a:r>
            <a:r>
              <a:rPr lang="ko-KR" altLang="en-US" dirty="0" smtClean="0"/>
              <a:t>명령어로 현재 지역저장소에 연결된 원격저장소를 확</a:t>
            </a:r>
            <a:r>
              <a:rPr lang="ko-KR" altLang="en-US" dirty="0"/>
              <a:t>인</a:t>
            </a:r>
            <a:r>
              <a:rPr lang="ko-KR" altLang="en-US" dirty="0" smtClean="0"/>
              <a:t>할 수 있다</a:t>
            </a:r>
            <a:endParaRPr lang="en-US" altLang="ko-KR" dirty="0" smtClean="0"/>
          </a:p>
          <a:p>
            <a:pPr>
              <a:buSzPct val="100000"/>
            </a:pPr>
            <a:r>
              <a:rPr lang="ko-KR" altLang="en-US" dirty="0" smtClean="0"/>
              <a:t>업로</a:t>
            </a:r>
            <a:r>
              <a:rPr lang="ko-KR" altLang="en-US" dirty="0"/>
              <a:t>드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err="1" smtClean="0"/>
              <a:t>Git</a:t>
            </a:r>
            <a:r>
              <a:rPr lang="en-US" altLang="ko-KR" dirty="0" smtClean="0"/>
              <a:t> push </a:t>
            </a:r>
            <a:r>
              <a:rPr lang="ko-KR" altLang="en-US" dirty="0" smtClean="0"/>
              <a:t>를 명령하여 지역저장소에서 원격저장소로 파일을 백업시킨다</a:t>
            </a:r>
            <a:r>
              <a:rPr lang="en-US" altLang="ko-KR" dirty="0" smtClean="0"/>
              <a:t>.</a:t>
            </a:r>
          </a:p>
          <a:p>
            <a:pPr>
              <a:buSzPct val="100000"/>
            </a:pPr>
            <a:r>
              <a:rPr lang="ko-KR" altLang="en-US" dirty="0" smtClean="0"/>
              <a:t>원격저장소 복제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err="1" smtClean="0"/>
              <a:t>Git</a:t>
            </a:r>
            <a:r>
              <a:rPr lang="en-US" altLang="ko-KR" dirty="0" smtClean="0"/>
              <a:t> clone </a:t>
            </a:r>
            <a:r>
              <a:rPr lang="ko-KR" altLang="en-US" dirty="0" smtClean="0"/>
              <a:t>을 명령하여 원격저장소를 지역저장소에 복제한다</a:t>
            </a:r>
            <a:r>
              <a:rPr lang="en-US" altLang="ko-KR" dirty="0" smtClean="0"/>
              <a:t>.</a:t>
            </a:r>
          </a:p>
          <a:p>
            <a:pPr>
              <a:buSzPct val="100000"/>
            </a:pPr>
            <a:r>
              <a:rPr lang="ko-KR" altLang="en-US" dirty="0" smtClean="0"/>
              <a:t>동기화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smtClean="0"/>
              <a:t>Clone</a:t>
            </a:r>
            <a:r>
              <a:rPr lang="ko-KR" altLang="en-US" dirty="0" smtClean="0"/>
              <a:t>이 된 상태에서 원격저장소로부터 지역저장소로 파일을 불러들일 때 </a:t>
            </a:r>
            <a:r>
              <a:rPr lang="en-US" altLang="ko-KR" dirty="0" err="1" smtClean="0"/>
              <a:t>git</a:t>
            </a:r>
            <a:r>
              <a:rPr lang="en-US" altLang="ko-KR" dirty="0" smtClean="0"/>
              <a:t> pull</a:t>
            </a:r>
            <a:r>
              <a:rPr lang="ko-KR" altLang="en-US" dirty="0" smtClean="0"/>
              <a:t>을 사용한다</a:t>
            </a:r>
            <a:r>
              <a:rPr lang="en-US" altLang="ko-KR" dirty="0" smtClean="0"/>
              <a:t>.</a:t>
            </a:r>
          </a:p>
          <a:p>
            <a:pPr>
              <a:buSzPct val="100000"/>
            </a:pPr>
            <a:endParaRPr lang="en-US" altLang="ko-KR" dirty="0"/>
          </a:p>
          <a:p>
            <a:pPr marL="455612" lvl="1" indent="0">
              <a:buSzPct val="100000"/>
              <a:buNone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GIT </a:t>
            </a:r>
            <a:r>
              <a:rPr lang="en-US" altLang="ko-KR" dirty="0" smtClean="0"/>
              <a:t>CLI Backup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324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>
          <a:xfrm>
            <a:off x="239319" y="736600"/>
            <a:ext cx="11308336" cy="5644727"/>
          </a:xfrm>
        </p:spPr>
        <p:txBody>
          <a:bodyPr/>
          <a:lstStyle/>
          <a:p>
            <a:pPr>
              <a:buSzPct val="100000"/>
            </a:pPr>
            <a:r>
              <a:rPr lang="ko-KR" altLang="en-US" dirty="0" smtClean="0"/>
              <a:t>강의자료주소 </a:t>
            </a:r>
            <a:r>
              <a:rPr lang="en-US" altLang="ko-KR" dirty="0" smtClean="0"/>
              <a:t>: </a:t>
            </a:r>
            <a:r>
              <a:rPr lang="en-US" altLang="ko-KR" dirty="0" smtClean="0">
                <a:hlinkClick r:id="rId3"/>
              </a:rPr>
              <a:t>https</a:t>
            </a:r>
            <a:r>
              <a:rPr lang="en-US" altLang="ko-KR" dirty="0">
                <a:hlinkClick r:id="rId3"/>
              </a:rPr>
              <a:t>://</a:t>
            </a:r>
            <a:r>
              <a:rPr lang="en-US" altLang="ko-KR" dirty="0" smtClean="0">
                <a:hlinkClick r:id="rId3"/>
              </a:rPr>
              <a:t>opentutorials.org/course/3842</a:t>
            </a:r>
            <a:endParaRPr lang="en-US" altLang="ko-KR" dirty="0" smtClean="0"/>
          </a:p>
          <a:p>
            <a:pPr>
              <a:buSzPct val="100000"/>
            </a:pPr>
            <a:r>
              <a:rPr lang="en-US" altLang="ko-KR" dirty="0" smtClean="0"/>
              <a:t>Collaborator </a:t>
            </a:r>
            <a:r>
              <a:rPr lang="ko-KR" altLang="en-US" dirty="0" smtClean="0"/>
              <a:t>등록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err="1" smtClean="0"/>
              <a:t>Github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private</a:t>
            </a:r>
            <a:r>
              <a:rPr lang="ko-KR" altLang="en-US" dirty="0" smtClean="0"/>
              <a:t>가 아닌 이상 원격저장소에 있는 파일을 다른 개발자가 자유롭게 다운로드 받을 수 있지만</a:t>
            </a:r>
            <a:r>
              <a:rPr lang="en-US" altLang="ko-KR" dirty="0" smtClean="0"/>
              <a:t>, push</a:t>
            </a:r>
            <a:r>
              <a:rPr lang="ko-KR" altLang="en-US" dirty="0" smtClean="0"/>
              <a:t>와 같은 </a:t>
            </a:r>
            <a:r>
              <a:rPr lang="en-US" altLang="ko-KR" dirty="0" smtClean="0"/>
              <a:t>write</a:t>
            </a:r>
            <a:r>
              <a:rPr lang="ko-KR" altLang="en-US" dirty="0" smtClean="0"/>
              <a:t>는 불가하다</a:t>
            </a:r>
            <a:r>
              <a:rPr lang="en-US" altLang="ko-KR" dirty="0" smtClean="0"/>
              <a:t>.</a:t>
            </a:r>
          </a:p>
          <a:p>
            <a:pPr lvl="1">
              <a:buSzPct val="100000"/>
            </a:pPr>
            <a:r>
              <a:rPr lang="en-US" altLang="ko-KR" dirty="0" smtClean="0"/>
              <a:t>Collaborator</a:t>
            </a:r>
            <a:r>
              <a:rPr lang="ko-KR" altLang="en-US" dirty="0" smtClean="0"/>
              <a:t>를 등록함으로써</a:t>
            </a:r>
            <a:r>
              <a:rPr lang="en-US" altLang="ko-KR" dirty="0" smtClean="0"/>
              <a:t>, Admin, Write, Read </a:t>
            </a:r>
            <a:r>
              <a:rPr lang="ko-KR" altLang="en-US" dirty="0" smtClean="0"/>
              <a:t>권한을 부여할 수 있다</a:t>
            </a:r>
            <a:r>
              <a:rPr lang="en-US" altLang="ko-KR" dirty="0" smtClean="0"/>
              <a:t>.</a:t>
            </a:r>
          </a:p>
          <a:p>
            <a:pPr>
              <a:buSzPct val="100000"/>
            </a:pPr>
            <a:r>
              <a:rPr lang="ko-KR" altLang="en-US" dirty="0" smtClean="0"/>
              <a:t>협업</a:t>
            </a:r>
            <a:r>
              <a:rPr lang="en-US" altLang="ko-KR" dirty="0" smtClean="0"/>
              <a:t> </a:t>
            </a:r>
            <a:r>
              <a:rPr lang="ko-KR" altLang="en-US" dirty="0" smtClean="0"/>
              <a:t>유의사항</a:t>
            </a: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smtClean="0"/>
              <a:t>최대한 작업을 빨리 끝내고 </a:t>
            </a:r>
            <a:r>
              <a:rPr lang="en-US" altLang="ko-KR" dirty="0" smtClean="0"/>
              <a:t>push</a:t>
            </a:r>
            <a:r>
              <a:rPr lang="ko-KR" altLang="en-US" dirty="0" smtClean="0"/>
              <a:t>를 해야 다른 작업자간의 충돌이 일어나지 않는다</a:t>
            </a:r>
            <a:r>
              <a:rPr lang="en-US" altLang="ko-KR" dirty="0" smtClean="0"/>
              <a:t>.</a:t>
            </a:r>
          </a:p>
          <a:p>
            <a:pPr lvl="1">
              <a:buSzPct val="100000"/>
            </a:pPr>
            <a:r>
              <a:rPr lang="ko-KR" altLang="en-US" dirty="0" smtClean="0"/>
              <a:t>작업할 때 </a:t>
            </a:r>
            <a:r>
              <a:rPr lang="en-US" altLang="ko-KR" dirty="0" smtClean="0"/>
              <a:t>pull</a:t>
            </a:r>
            <a:r>
              <a:rPr lang="ko-KR" altLang="en-US" dirty="0" smtClean="0"/>
              <a:t>을 하여 다른 작업자가 수정한 사항을 </a:t>
            </a:r>
            <a:r>
              <a:rPr lang="en-US" altLang="ko-KR" dirty="0" smtClean="0"/>
              <a:t>update</a:t>
            </a:r>
            <a:r>
              <a:rPr lang="ko-KR" altLang="en-US" dirty="0" smtClean="0"/>
              <a:t>해야 한다</a:t>
            </a:r>
            <a:r>
              <a:rPr lang="en-US" altLang="ko-KR" dirty="0" smtClean="0"/>
              <a:t>.</a:t>
            </a:r>
          </a:p>
          <a:p>
            <a:pPr>
              <a:buSzPct val="100000"/>
            </a:pPr>
            <a:r>
              <a:rPr lang="en-US" altLang="ko-KR" dirty="0" err="1" smtClean="0"/>
              <a:t>Git</a:t>
            </a:r>
            <a:r>
              <a:rPr lang="en-US" altLang="ko-KR" dirty="0" smtClean="0"/>
              <a:t> fetch</a:t>
            </a:r>
          </a:p>
          <a:p>
            <a:pPr lvl="1">
              <a:buSzPct val="100000"/>
            </a:pPr>
            <a:r>
              <a:rPr lang="en-US" altLang="ko-KR" dirty="0"/>
              <a:t>Pull</a:t>
            </a:r>
            <a:r>
              <a:rPr lang="ko-KR" altLang="en-US" dirty="0"/>
              <a:t>과는 다르게 지역저장소의 </a:t>
            </a:r>
            <a:r>
              <a:rPr lang="en-US" altLang="ko-KR" dirty="0"/>
              <a:t>master</a:t>
            </a:r>
            <a:r>
              <a:rPr lang="ko-KR" altLang="en-US" dirty="0"/>
              <a:t>는 그대로 둔 상태로 원격저장소의 </a:t>
            </a:r>
            <a:r>
              <a:rPr lang="ko-KR" altLang="en-US" dirty="0" smtClean="0"/>
              <a:t>버전을 </a:t>
            </a:r>
            <a:r>
              <a:rPr lang="ko-KR" altLang="en-US" dirty="0"/>
              <a:t>불러온다</a:t>
            </a:r>
            <a:r>
              <a:rPr lang="en-US" altLang="ko-KR" dirty="0"/>
              <a:t>. </a:t>
            </a:r>
            <a:r>
              <a:rPr lang="ko-KR" altLang="en-US" dirty="0"/>
              <a:t>그 결과</a:t>
            </a:r>
            <a:r>
              <a:rPr lang="en-US" altLang="ko-KR" dirty="0"/>
              <a:t>, origin/master</a:t>
            </a:r>
            <a:r>
              <a:rPr lang="ko-KR" altLang="en-US" dirty="0"/>
              <a:t>가 </a:t>
            </a:r>
            <a:r>
              <a:rPr lang="en-US" altLang="ko-KR" dirty="0"/>
              <a:t>local master</a:t>
            </a:r>
            <a:r>
              <a:rPr lang="ko-KR" altLang="en-US" dirty="0"/>
              <a:t>보다 상위에 있게 된다</a:t>
            </a:r>
            <a:r>
              <a:rPr lang="en-US" altLang="ko-KR" dirty="0"/>
              <a:t>. </a:t>
            </a:r>
            <a:r>
              <a:rPr lang="ko-KR" altLang="en-US" dirty="0"/>
              <a:t>지역저장소의 </a:t>
            </a:r>
            <a:r>
              <a:rPr lang="en-US" altLang="ko-KR" dirty="0"/>
              <a:t>master</a:t>
            </a:r>
            <a:r>
              <a:rPr lang="ko-KR" altLang="en-US" dirty="0"/>
              <a:t>를 원격저장소의 </a:t>
            </a:r>
            <a:r>
              <a:rPr lang="en-US" altLang="ko-KR" dirty="0"/>
              <a:t>master</a:t>
            </a:r>
            <a:r>
              <a:rPr lang="ko-KR" altLang="en-US" dirty="0"/>
              <a:t>와 동기화시키기 위해선 </a:t>
            </a:r>
            <a:r>
              <a:rPr lang="en-US" altLang="ko-KR" dirty="0"/>
              <a:t>merge</a:t>
            </a:r>
            <a:r>
              <a:rPr lang="ko-KR" altLang="en-US" dirty="0"/>
              <a:t>를 사용해야 한다</a:t>
            </a:r>
            <a:r>
              <a:rPr lang="en-US" altLang="ko-KR" dirty="0" smtClean="0"/>
              <a:t>. Pull </a:t>
            </a:r>
            <a:r>
              <a:rPr lang="en-US" altLang="ko-KR" dirty="0"/>
              <a:t>= fetch + merge </a:t>
            </a:r>
            <a:r>
              <a:rPr lang="en-US" altLang="ko-KR" dirty="0" smtClean="0"/>
              <a:t>origin/master</a:t>
            </a:r>
          </a:p>
          <a:p>
            <a:pPr lvl="1">
              <a:buSzPct val="100000"/>
            </a:pPr>
            <a:r>
              <a:rPr lang="ko-KR" altLang="en-US" dirty="0" smtClean="0"/>
              <a:t>원격저장소의 내용을 병합하지 않고 최신이력을 단순 확인하고 싶을 때 사용한다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GIT </a:t>
            </a:r>
            <a:r>
              <a:rPr lang="en-US" altLang="ko-KR" dirty="0" smtClean="0"/>
              <a:t>CLI </a:t>
            </a:r>
            <a:r>
              <a:rPr lang="ko-KR" altLang="en-US" dirty="0" smtClean="0"/>
              <a:t>협업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8001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>
          <a:xfrm>
            <a:off x="239319" y="736600"/>
            <a:ext cx="11308336" cy="5644727"/>
          </a:xfrm>
        </p:spPr>
        <p:txBody>
          <a:bodyPr/>
          <a:lstStyle/>
          <a:p>
            <a:pPr>
              <a:buSzPct val="100000"/>
            </a:pPr>
            <a:r>
              <a:rPr lang="ko-KR" altLang="en-US" dirty="0" smtClean="0"/>
              <a:t>강의자료주소 </a:t>
            </a:r>
            <a:r>
              <a:rPr lang="en-US" altLang="ko-KR" dirty="0" smtClean="0"/>
              <a:t>: https</a:t>
            </a:r>
            <a:r>
              <a:rPr lang="en-US" altLang="ko-KR" dirty="0"/>
              <a:t>://</a:t>
            </a:r>
            <a:r>
              <a:rPr lang="en-US" altLang="ko-KR" dirty="0" smtClean="0"/>
              <a:t>opentutorials.org/course/3843/24443</a:t>
            </a:r>
          </a:p>
          <a:p>
            <a:pPr>
              <a:buSzPct val="100000"/>
            </a:pPr>
            <a:r>
              <a:rPr lang="en-US" altLang="ko-KR" dirty="0" smtClean="0"/>
              <a:t>Cherry-pick</a:t>
            </a:r>
          </a:p>
          <a:p>
            <a:pPr lvl="1">
              <a:buSzPct val="100000"/>
            </a:pPr>
            <a:r>
              <a:rPr lang="ko-KR" altLang="en-US" dirty="0" smtClean="0"/>
              <a:t>다른 </a:t>
            </a:r>
            <a:r>
              <a:rPr lang="en-US" altLang="ko-KR" dirty="0" smtClean="0"/>
              <a:t>branch</a:t>
            </a:r>
            <a:r>
              <a:rPr lang="ko-KR" altLang="en-US" dirty="0" smtClean="0"/>
              <a:t>에서 나타난 변화를 </a:t>
            </a:r>
            <a:r>
              <a:rPr lang="en-US" altLang="ko-KR" dirty="0" smtClean="0"/>
              <a:t>merge</a:t>
            </a:r>
            <a:r>
              <a:rPr lang="ko-KR" altLang="en-US" dirty="0" smtClean="0"/>
              <a:t>하고자 할 때 사용한다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pPr lvl="1">
              <a:buSzPct val="100000"/>
            </a:pPr>
            <a:r>
              <a:rPr lang="en-US" altLang="ko-KR" dirty="0" smtClean="0"/>
              <a:t>                                       </a:t>
            </a:r>
            <a:r>
              <a:rPr lang="ko-KR" altLang="en-US" dirty="0" smtClean="0"/>
              <a:t>현재 </a:t>
            </a:r>
            <a:r>
              <a:rPr lang="en-US" altLang="ko-KR" dirty="0" smtClean="0"/>
              <a:t>head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master branch</a:t>
            </a:r>
            <a:r>
              <a:rPr lang="ko-KR" altLang="en-US" dirty="0" smtClean="0"/>
              <a:t>를 가리키고 있고</a:t>
            </a:r>
            <a:r>
              <a:rPr lang="en-US" altLang="ko-KR" dirty="0" smtClean="0"/>
              <a:t>, topic branch</a:t>
            </a:r>
            <a:r>
              <a:rPr lang="ko-KR" altLang="en-US" dirty="0" smtClean="0"/>
              <a:t>내의 </a:t>
            </a:r>
            <a:r>
              <a:rPr lang="en-US" altLang="ko-KR" dirty="0" smtClean="0"/>
              <a:t>t2 commit</a:t>
            </a:r>
            <a:r>
              <a:rPr lang="ko-KR" altLang="en-US" dirty="0" smtClean="0"/>
              <a:t>에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                                        </a:t>
            </a:r>
            <a:r>
              <a:rPr lang="ko-KR" altLang="en-US" dirty="0" smtClean="0"/>
              <a:t>나타났던 변경 사항을 </a:t>
            </a:r>
            <a:r>
              <a:rPr lang="en-US" altLang="ko-KR" dirty="0" smtClean="0"/>
              <a:t>m2</a:t>
            </a:r>
            <a:r>
              <a:rPr lang="ko-KR" altLang="en-US" dirty="0" smtClean="0"/>
              <a:t>에도 적용시키고자 한다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이때 사용하는 것이 </a:t>
            </a:r>
            <a:r>
              <a:rPr lang="en-US" altLang="ko-KR" dirty="0"/>
              <a:t>cherry-pick</a:t>
            </a:r>
            <a:r>
              <a:rPr lang="ko-KR" altLang="en-US" dirty="0"/>
              <a:t>이다</a:t>
            </a:r>
            <a:r>
              <a:rPr lang="en-US" altLang="ko-KR" dirty="0"/>
              <a:t>.</a:t>
            </a:r>
          </a:p>
          <a:p>
            <a:pPr lvl="1"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smtClean="0"/>
              <a:t>t2 </a:t>
            </a:r>
            <a:r>
              <a:rPr lang="ko-KR" altLang="en-US" dirty="0" smtClean="0"/>
              <a:t>버전이 생성될 때 </a:t>
            </a:r>
            <a:r>
              <a:rPr lang="en-US" altLang="ko-KR" dirty="0" smtClean="0"/>
              <a:t>working copy snapshot </a:t>
            </a:r>
            <a:r>
              <a:rPr lang="ko-KR" altLang="en-US" dirty="0" smtClean="0"/>
              <a:t>전체를 </a:t>
            </a:r>
            <a:r>
              <a:rPr lang="en-US" altLang="ko-KR" dirty="0" smtClean="0"/>
              <a:t>merge</a:t>
            </a:r>
            <a:r>
              <a:rPr lang="ko-KR" altLang="en-US" dirty="0" smtClean="0"/>
              <a:t>하는 것이 아니라 </a:t>
            </a:r>
            <a:r>
              <a:rPr lang="en-US" altLang="ko-KR" dirty="0" smtClean="0"/>
              <a:t>t2</a:t>
            </a:r>
            <a:r>
              <a:rPr lang="ko-KR" altLang="en-US" dirty="0" smtClean="0"/>
              <a:t>버전이 생성될 때 나타났던 변화만을 </a:t>
            </a:r>
            <a:r>
              <a:rPr lang="en-US" altLang="ko-KR" dirty="0" smtClean="0"/>
              <a:t>merge</a:t>
            </a:r>
            <a:r>
              <a:rPr lang="ko-KR" altLang="en-US" dirty="0" smtClean="0"/>
              <a:t>하는 것이다</a:t>
            </a:r>
            <a:r>
              <a:rPr lang="en-US" altLang="ko-KR" dirty="0" smtClean="0"/>
              <a:t>.</a:t>
            </a:r>
          </a:p>
          <a:p>
            <a:pPr>
              <a:buSzPct val="100000"/>
            </a:pPr>
            <a:r>
              <a:rPr lang="ko-KR" altLang="en-US" dirty="0" smtClean="0"/>
              <a:t>충돌</a:t>
            </a: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smtClean="0"/>
              <a:t>위의 예시에서는 서로 다른 파일들이 </a:t>
            </a:r>
            <a:r>
              <a:rPr lang="en-US" altLang="ko-KR" dirty="0" smtClean="0"/>
              <a:t>commit</a:t>
            </a:r>
            <a:r>
              <a:rPr lang="ko-KR" altLang="en-US" dirty="0" smtClean="0"/>
              <a:t>마다 추가되므로 충돌이 일어나지 않지만</a:t>
            </a:r>
            <a:r>
              <a:rPr lang="en-US" altLang="ko-KR" dirty="0" smtClean="0"/>
              <a:t>, </a:t>
            </a:r>
            <a:r>
              <a:rPr lang="ko-KR" altLang="en-US" dirty="0" smtClean="0"/>
              <a:t>하나의 파일을 수정하는 과정에서 </a:t>
            </a:r>
            <a:r>
              <a:rPr lang="en-US" altLang="ko-KR" dirty="0" smtClean="0"/>
              <a:t>cherry-pick</a:t>
            </a:r>
            <a:r>
              <a:rPr lang="ko-KR" altLang="en-US" dirty="0" smtClean="0"/>
              <a:t>이 수행되면 충돌이 일어날 수 있다</a:t>
            </a:r>
            <a:r>
              <a:rPr lang="en-US" altLang="ko-KR" dirty="0" smtClean="0"/>
              <a:t>.</a:t>
            </a:r>
          </a:p>
          <a:p>
            <a:pPr lvl="1">
              <a:buSzPct val="100000"/>
            </a:pPr>
            <a:r>
              <a:rPr lang="ko-KR" altLang="en-US" dirty="0" smtClean="0"/>
              <a:t>다른 </a:t>
            </a:r>
            <a:r>
              <a:rPr lang="en-US" altLang="ko-KR" dirty="0" smtClean="0"/>
              <a:t>branch</a:t>
            </a:r>
            <a:r>
              <a:rPr lang="ko-KR" altLang="en-US" dirty="0" smtClean="0"/>
              <a:t>에 있는 버전을 </a:t>
            </a:r>
            <a:r>
              <a:rPr lang="en-US" altLang="ko-KR" dirty="0" smtClean="0"/>
              <a:t>cherry-pick</a:t>
            </a:r>
            <a:r>
              <a:rPr lang="ko-KR" altLang="en-US" dirty="0"/>
              <a:t> </a:t>
            </a:r>
            <a:r>
              <a:rPr lang="ko-KR" altLang="en-US" dirty="0" smtClean="0"/>
              <a:t>할 때</a:t>
            </a:r>
            <a:r>
              <a:rPr lang="en-US" altLang="ko-KR" dirty="0" smtClean="0"/>
              <a:t>, </a:t>
            </a:r>
            <a:r>
              <a:rPr lang="ko-KR" altLang="en-US" dirty="0" smtClean="0"/>
              <a:t>그 수정사항의 위치가 현재 </a:t>
            </a:r>
            <a:r>
              <a:rPr lang="en-US" altLang="ko-KR" dirty="0" smtClean="0"/>
              <a:t>branch</a:t>
            </a:r>
            <a:r>
              <a:rPr lang="ko-KR" altLang="en-US" dirty="0" smtClean="0"/>
              <a:t>에서 수정된 사항의 위치가 동일하여 다른 내용이 겹친다면 충돌이 일어나고 개발자가 수동적으로 수정해야 한다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GIT </a:t>
            </a:r>
            <a:r>
              <a:rPr lang="en-US" altLang="ko-KR" dirty="0" smtClean="0"/>
              <a:t>CLI Cherry-pick &amp; Rebase </a:t>
            </a:r>
            <a:r>
              <a:rPr lang="en-US" altLang="ko-KR" dirty="0"/>
              <a:t>(I) </a:t>
            </a:r>
            <a:r>
              <a:rPr lang="en-US" altLang="ko-KR" dirty="0" smtClean="0"/>
              <a:t>– Cherry-pick</a:t>
            </a:r>
            <a:r>
              <a:rPr lang="ko-KR" altLang="en-US" dirty="0" smtClean="0"/>
              <a:t>의 개념</a:t>
            </a:r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558" y="2276872"/>
            <a:ext cx="2955237" cy="1224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36073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>
          <a:xfrm>
            <a:off x="239319" y="736600"/>
            <a:ext cx="11308336" cy="5644727"/>
          </a:xfrm>
        </p:spPr>
        <p:txBody>
          <a:bodyPr/>
          <a:lstStyle/>
          <a:p>
            <a:pPr>
              <a:buSzPct val="100000"/>
            </a:pPr>
            <a:r>
              <a:rPr lang="ko-KR" altLang="en-US" dirty="0" smtClean="0"/>
              <a:t>강의자료주소 </a:t>
            </a:r>
            <a:r>
              <a:rPr lang="en-US" altLang="ko-KR" dirty="0" smtClean="0"/>
              <a:t>: https</a:t>
            </a:r>
            <a:r>
              <a:rPr lang="en-US" altLang="ko-KR" dirty="0"/>
              <a:t>://</a:t>
            </a:r>
            <a:r>
              <a:rPr lang="en-US" altLang="ko-KR" dirty="0" smtClean="0"/>
              <a:t>opentutorials.org/course/3843/24444</a:t>
            </a:r>
          </a:p>
          <a:p>
            <a:pPr>
              <a:buSzPct val="100000"/>
            </a:pPr>
            <a:r>
              <a:rPr lang="en-US" altLang="ko-KR" dirty="0" smtClean="0"/>
              <a:t>Rebase</a:t>
            </a:r>
            <a:endParaRPr lang="en-US" altLang="ko-KR" dirty="0"/>
          </a:p>
          <a:p>
            <a:pPr lvl="1">
              <a:buSzPct val="100000"/>
            </a:pPr>
            <a:r>
              <a:rPr lang="ko-KR" altLang="en-US" dirty="0" smtClean="0"/>
              <a:t>한</a:t>
            </a:r>
            <a:r>
              <a:rPr lang="en-US" altLang="ko-KR" dirty="0" smtClean="0"/>
              <a:t> branch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base</a:t>
            </a:r>
            <a:r>
              <a:rPr lang="ko-KR" altLang="en-US" dirty="0" smtClean="0"/>
              <a:t>를 바꾸는 과정이다</a:t>
            </a:r>
            <a:r>
              <a:rPr lang="en-US" altLang="ko-KR" dirty="0" smtClean="0"/>
              <a:t>. Branch</a:t>
            </a:r>
            <a:r>
              <a:rPr lang="ko-KR" altLang="en-US" dirty="0" smtClean="0"/>
              <a:t>를 생성하고 분기해서 진행한 후</a:t>
            </a:r>
            <a:r>
              <a:rPr lang="en-US" altLang="ko-KR" dirty="0" smtClean="0"/>
              <a:t>, </a:t>
            </a:r>
            <a:r>
              <a:rPr lang="ko-KR" altLang="en-US" dirty="0" smtClean="0"/>
              <a:t>분기된 </a:t>
            </a:r>
            <a:r>
              <a:rPr lang="en-US" altLang="ko-KR" dirty="0" smtClean="0"/>
              <a:t>branch</a:t>
            </a:r>
            <a:r>
              <a:rPr lang="ko-KR" altLang="en-US" dirty="0" smtClean="0"/>
              <a:t>를 일렬로 연결할 때 사용한다</a:t>
            </a:r>
            <a:r>
              <a:rPr lang="en-US" altLang="ko-KR" dirty="0" smtClean="0"/>
              <a:t>.</a:t>
            </a:r>
          </a:p>
          <a:p>
            <a:pPr lvl="1">
              <a:buSzPct val="100000"/>
            </a:pPr>
            <a:r>
              <a:rPr lang="en-US" altLang="ko-KR" dirty="0" smtClean="0"/>
              <a:t>Topic branch</a:t>
            </a:r>
            <a:r>
              <a:rPr lang="ko-KR" altLang="en-US" dirty="0" smtClean="0"/>
              <a:t>뒤에 </a:t>
            </a:r>
            <a:r>
              <a:rPr lang="en-US" altLang="ko-KR" dirty="0" smtClean="0"/>
              <a:t>master branch</a:t>
            </a:r>
            <a:r>
              <a:rPr lang="ko-KR" altLang="en-US" dirty="0" smtClean="0"/>
              <a:t>를 연결하고자 한다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옮길 </a:t>
            </a:r>
            <a:r>
              <a:rPr lang="en-US" altLang="ko-KR" dirty="0" smtClean="0"/>
              <a:t>branch</a:t>
            </a:r>
            <a:r>
              <a:rPr lang="ko-KR" altLang="en-US" dirty="0" smtClean="0"/>
              <a:t>인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master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rebase topic</a:t>
            </a:r>
            <a:r>
              <a:rPr lang="ko-KR" altLang="en-US" dirty="0" smtClean="0"/>
              <a:t>을 명령하면 오른쪽과 같이 </a:t>
            </a:r>
            <a:r>
              <a:rPr lang="en-US" altLang="ko-KR" dirty="0" smtClean="0"/>
              <a:t>base</a:t>
            </a:r>
            <a:r>
              <a:rPr lang="ko-KR" altLang="en-US" dirty="0" smtClean="0"/>
              <a:t>가 바뀌어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분기되었던 </a:t>
            </a:r>
            <a:r>
              <a:rPr lang="en-US" altLang="ko-KR" dirty="0" smtClean="0"/>
              <a:t>branch</a:t>
            </a:r>
            <a:r>
              <a:rPr lang="ko-KR" altLang="en-US" dirty="0" smtClean="0"/>
              <a:t>가 합쳐진다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내부적으로 </a:t>
            </a:r>
            <a:r>
              <a:rPr lang="en-US" altLang="ko-KR" dirty="0" smtClean="0"/>
              <a:t>m1</a:t>
            </a:r>
            <a:r>
              <a:rPr lang="ko-KR" altLang="en-US" dirty="0" smtClean="0"/>
              <a:t>을 </a:t>
            </a:r>
            <a:r>
              <a:rPr lang="en-US" altLang="ko-KR" dirty="0" smtClean="0"/>
              <a:t>topic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merge</a:t>
            </a:r>
            <a:r>
              <a:rPr lang="ko-KR" altLang="en-US" dirty="0" smtClean="0"/>
              <a:t>하여 새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 smtClean="0"/>
              <a:t>버전을 만들고 그 버전에 </a:t>
            </a:r>
            <a:r>
              <a:rPr lang="en-US" altLang="ko-KR" dirty="0" smtClean="0"/>
              <a:t>m2</a:t>
            </a:r>
            <a:r>
              <a:rPr lang="ko-KR" altLang="en-US" dirty="0" smtClean="0"/>
              <a:t>를 </a:t>
            </a:r>
            <a:r>
              <a:rPr lang="en-US" altLang="ko-KR" dirty="0" smtClean="0"/>
              <a:t>merge</a:t>
            </a:r>
            <a:r>
              <a:rPr lang="ko-KR" altLang="en-US" dirty="0" smtClean="0"/>
              <a:t>하는 동작을 한다</a:t>
            </a:r>
            <a:r>
              <a:rPr lang="en-US" altLang="ko-KR" dirty="0" smtClean="0"/>
              <a:t>.</a:t>
            </a:r>
          </a:p>
          <a:p>
            <a:pPr>
              <a:buSzPct val="100000"/>
            </a:pPr>
            <a:r>
              <a:rPr lang="ko-KR" altLang="en-US" dirty="0" smtClean="0"/>
              <a:t>유의사항</a:t>
            </a: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smtClean="0"/>
              <a:t>다른 개발자와 이미 공유를 한 버전을 </a:t>
            </a:r>
            <a:r>
              <a:rPr lang="en-US" altLang="ko-KR" dirty="0" smtClean="0"/>
              <a:t>rebase</a:t>
            </a:r>
            <a:r>
              <a:rPr lang="ko-KR" altLang="en-US" dirty="0" smtClean="0"/>
              <a:t>하면 충돌이 일어나므로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공유를 하기 전에 </a:t>
            </a:r>
            <a:r>
              <a:rPr lang="en-US" altLang="ko-KR" dirty="0" smtClean="0"/>
              <a:t>rebase</a:t>
            </a:r>
            <a:r>
              <a:rPr lang="ko-KR" altLang="en-US" dirty="0" smtClean="0"/>
              <a:t>를 하는 것이 좋다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GIT </a:t>
            </a:r>
            <a:r>
              <a:rPr lang="en-US" altLang="ko-KR" dirty="0" smtClean="0"/>
              <a:t>CLI Cherry-pick &amp; Rebase (II</a:t>
            </a:r>
            <a:r>
              <a:rPr lang="en-US" altLang="ko-KR" dirty="0"/>
              <a:t>) – Rebase</a:t>
            </a:r>
            <a:r>
              <a:rPr lang="ko-KR" altLang="en-US" dirty="0" smtClean="0"/>
              <a:t>의 개념</a:t>
            </a:r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3358" y="2420888"/>
            <a:ext cx="3876675" cy="314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36596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CWI_Master">
  <a:themeElements>
    <a:clrScheme name="National Instruments">
      <a:dk1>
        <a:sysClr val="windowText" lastClr="000000"/>
      </a:dk1>
      <a:lt1>
        <a:sysClr val="window" lastClr="FFFFFF"/>
      </a:lt1>
      <a:dk2>
        <a:srgbClr val="0A60A3"/>
      </a:dk2>
      <a:lt2>
        <a:srgbClr val="F5F5F5"/>
      </a:lt2>
      <a:accent1>
        <a:srgbClr val="0A60A3"/>
      </a:accent1>
      <a:accent2>
        <a:srgbClr val="93191A"/>
      </a:accent2>
      <a:accent3>
        <a:srgbClr val="79B04E"/>
      </a:accent3>
      <a:accent4>
        <a:srgbClr val="EDB72E"/>
      </a:accent4>
      <a:accent5>
        <a:srgbClr val="73AED9"/>
      </a:accent5>
      <a:accent6>
        <a:srgbClr val="DE8C2D"/>
      </a:accent6>
      <a:hlink>
        <a:srgbClr val="0A60A3"/>
      </a:hlink>
      <a:folHlink>
        <a:srgbClr val="73AED9"/>
      </a:folHlink>
    </a:clrScheme>
    <a:fontScheme name="NIDays">
      <a:majorFont>
        <a:latin typeface="Univers Com 55"/>
        <a:ea typeface="맑은 고딕"/>
        <a:cs typeface=""/>
      </a:majorFont>
      <a:minorFont>
        <a:latin typeface="Univers Com 45 Light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pFill/>
        <a:ln w="12700">
          <a:solidFill>
            <a:schemeClr val="tx1"/>
          </a:solidFill>
        </a:ln>
        <a:effectLst/>
      </a:spPr>
      <a:bodyPr rtlCol="0" anchor="ctr"/>
      <a:lstStyle>
        <a:defPPr algn="ctr">
          <a:defRPr/>
        </a:defPPr>
      </a:lstStyle>
      <a:style>
        <a:lnRef idx="3">
          <a:schemeClr val="lt1"/>
        </a:lnRef>
        <a:fillRef idx="1">
          <a:schemeClr val="accent3"/>
        </a:fillRef>
        <a:effectRef idx="1">
          <a:schemeClr val="accent3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200" dirty="0" smtClean="0">
            <a:latin typeface="+mn-ea"/>
            <a:ea typeface="+mn-e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2_CWI Black">
  <a:themeElements>
    <a:clrScheme name="National Instruments">
      <a:dk1>
        <a:sysClr val="windowText" lastClr="000000"/>
      </a:dk1>
      <a:lt1>
        <a:sysClr val="window" lastClr="FFFFFF"/>
      </a:lt1>
      <a:dk2>
        <a:srgbClr val="0A60A3"/>
      </a:dk2>
      <a:lt2>
        <a:srgbClr val="F5F5F5"/>
      </a:lt2>
      <a:accent1>
        <a:srgbClr val="0A60A3"/>
      </a:accent1>
      <a:accent2>
        <a:srgbClr val="93191A"/>
      </a:accent2>
      <a:accent3>
        <a:srgbClr val="79B04E"/>
      </a:accent3>
      <a:accent4>
        <a:srgbClr val="EDB72E"/>
      </a:accent4>
      <a:accent5>
        <a:srgbClr val="73AED9"/>
      </a:accent5>
      <a:accent6>
        <a:srgbClr val="DE8C2D"/>
      </a:accent6>
      <a:hlink>
        <a:srgbClr val="0A60A3"/>
      </a:hlink>
      <a:folHlink>
        <a:srgbClr val="73AED9"/>
      </a:folHlink>
    </a:clrScheme>
    <a:fontScheme name="NIDays">
      <a:majorFont>
        <a:latin typeface="Univers Com 55"/>
        <a:ea typeface="맑은 고딕"/>
        <a:cs typeface=""/>
      </a:majorFont>
      <a:minorFont>
        <a:latin typeface="Univers Com 45 Light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pFill/>
        <a:ln w="12700">
          <a:solidFill>
            <a:schemeClr val="tx1"/>
          </a:solidFill>
        </a:ln>
        <a:effectLst/>
      </a:spPr>
      <a:bodyPr rtlCol="0" anchor="ctr"/>
      <a:lstStyle>
        <a:defPPr algn="ctr">
          <a:defRPr/>
        </a:defPPr>
      </a:lstStyle>
      <a:style>
        <a:lnRef idx="3">
          <a:schemeClr val="lt1"/>
        </a:lnRef>
        <a:fillRef idx="1">
          <a:schemeClr val="accent3"/>
        </a:fillRef>
        <a:effectRef idx="1">
          <a:schemeClr val="accent3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200" dirty="0" smtClean="0">
            <a:latin typeface="+mn-ea"/>
            <a:ea typeface="+mn-ea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8439</TotalTime>
  <Words>1208</Words>
  <Application>Microsoft Office PowerPoint</Application>
  <PresentationFormat>사용자 지정</PresentationFormat>
  <Paragraphs>203</Paragraphs>
  <Slides>20</Slides>
  <Notes>18</Notes>
  <HiddenSlides>0</HiddenSlides>
  <MMClips>0</MMClips>
  <ScaleCrop>false</ScaleCrop>
  <HeadingPairs>
    <vt:vector size="4" baseType="variant">
      <vt:variant>
        <vt:lpstr>테마</vt:lpstr>
      </vt:variant>
      <vt:variant>
        <vt:i4>2</vt:i4>
      </vt:variant>
      <vt:variant>
        <vt:lpstr>슬라이드 제목</vt:lpstr>
      </vt:variant>
      <vt:variant>
        <vt:i4>20</vt:i4>
      </vt:variant>
    </vt:vector>
  </HeadingPairs>
  <TitlesOfParts>
    <vt:vector size="22" baseType="lpstr">
      <vt:lpstr>1_CWI_Master</vt:lpstr>
      <vt:lpstr>2_CWI Black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Registered User</dc:creator>
  <cp:lastModifiedBy>NB09</cp:lastModifiedBy>
  <cp:revision>498</cp:revision>
  <cp:lastPrinted>2018-07-24T23:54:22Z</cp:lastPrinted>
  <dcterms:created xsi:type="dcterms:W3CDTF">2018-04-15T08:09:27Z</dcterms:created>
  <dcterms:modified xsi:type="dcterms:W3CDTF">2019-12-30T08:05:45Z</dcterms:modified>
</cp:coreProperties>
</file>