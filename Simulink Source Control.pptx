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5" r:id="rId18"/>
    <p:sldId id="270" r:id="rId19"/>
    <p:sldId id="276" r:id="rId20"/>
    <p:sldId id="272" r:id="rId21"/>
    <p:sldId id="273" r:id="rId22"/>
    <p:sldId id="274" r:id="rId23"/>
    <p:sldId id="277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74" autoAdjust="0"/>
    <p:restoredTop sz="94660"/>
  </p:normalViewPr>
  <p:slideViewPr>
    <p:cSldViewPr>
      <p:cViewPr varScale="1">
        <p:scale>
          <a:sx n="91" d="100"/>
          <a:sy n="91" d="100"/>
        </p:scale>
        <p:origin x="-149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419D33-7494-40C4-AC0B-AE730A9A4A91}" type="datetimeFigureOut">
              <a:rPr lang="ko-KR" altLang="en-US" smtClean="0"/>
              <a:t>2020-01-02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47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Simulink Source Control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4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Project </a:t>
            </a:r>
            <a:r>
              <a:rPr lang="ko-KR" altLang="en-US" dirty="0"/>
              <a:t>생성 및 원격저장소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smtClean="0"/>
              <a:t>파일상태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Branch</a:t>
            </a:r>
          </a:p>
          <a:p>
            <a:pPr>
              <a:buSzPct val="100000"/>
            </a:pPr>
            <a:r>
              <a:rPr lang="ko-KR" altLang="en-US" dirty="0" smtClean="0"/>
              <a:t>비교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Revert</a:t>
            </a:r>
          </a:p>
          <a:p>
            <a:pPr>
              <a:buSzPct val="100000"/>
            </a:pPr>
            <a:r>
              <a:rPr lang="en-US" altLang="ko-KR" dirty="0" smtClean="0"/>
              <a:t>Merge</a:t>
            </a:r>
          </a:p>
          <a:p>
            <a:pPr>
              <a:buSzPct val="100000"/>
            </a:pPr>
            <a:r>
              <a:rPr lang="en-US" altLang="ko-KR" dirty="0" smtClean="0"/>
              <a:t>Stash</a:t>
            </a:r>
          </a:p>
          <a:p>
            <a:pPr>
              <a:buSzPct val="100000"/>
            </a:pPr>
            <a:r>
              <a:rPr lang="en-US" altLang="ko-KR" dirty="0" smtClean="0"/>
              <a:t>Fetch, Push, </a:t>
            </a:r>
            <a:r>
              <a:rPr lang="en-US" altLang="ko-KR" dirty="0" smtClean="0"/>
              <a:t>Pull</a:t>
            </a:r>
          </a:p>
          <a:p>
            <a:pPr>
              <a:buSzPct val="100000"/>
            </a:pPr>
            <a:r>
              <a:rPr lang="en-US" altLang="ko-KR" dirty="0" smtClean="0"/>
              <a:t>Tag </a:t>
            </a:r>
            <a:r>
              <a:rPr lang="ko-KR" altLang="en-US" dirty="0" smtClean="0"/>
              <a:t>유의사항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24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빈 프로젝트 생성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프로젝트 파일이 저장될 폴더 와 이름 설정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smtClean="0"/>
              <a:t>소스컨트롤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해당 폴더에 대하여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버전관리를 시작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 </a:t>
            </a:r>
            <a:r>
              <a:rPr lang="ko-KR" altLang="en-US" dirty="0" smtClean="0"/>
              <a:t>과 같은 기능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 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빈 프로젝트</a:t>
            </a:r>
            <a:r>
              <a:rPr lang="en-US" altLang="ko-KR" dirty="0" smtClean="0"/>
              <a:t>(I)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5"/>
          <a:stretch/>
        </p:blipFill>
        <p:spPr bwMode="auto">
          <a:xfrm>
            <a:off x="539553" y="1268759"/>
            <a:ext cx="4553558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470" y="3284984"/>
            <a:ext cx="5400600" cy="3132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948264" y="3284984"/>
            <a:ext cx="504056" cy="576064"/>
          </a:xfrm>
          <a:prstGeom prst="rect">
            <a:avLst/>
          </a:prstGeom>
          <a:grpFill/>
          <a:ln w="3810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92080" y="5805264"/>
            <a:ext cx="1152128" cy="21602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6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원격저장소 생성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프로젝트가 생성되면 해당 폴더에 프로젝트에 관한 파일이 생성되고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처음 원격저장소를 생성하여 연결하기 위해선 해당 폴더를 </a:t>
            </a:r>
            <a:r>
              <a:rPr lang="en-US" altLang="ko-KR" dirty="0" smtClean="0"/>
              <a:t>Commit </a:t>
            </a:r>
            <a:r>
              <a:rPr lang="ko-KR" altLang="en-US" dirty="0" smtClean="0"/>
              <a:t>해야 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공유 탭에서 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를 클릭 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Github</a:t>
            </a:r>
            <a:r>
              <a:rPr lang="en-US" altLang="ko-KR" dirty="0" smtClean="0"/>
              <a:t> </a:t>
            </a:r>
            <a:r>
              <a:rPr lang="ko-KR" altLang="en-US" dirty="0" smtClean="0"/>
              <a:t>계정과 저장소 이름을 입력하여 원격저장</a:t>
            </a:r>
            <a:r>
              <a:rPr lang="ko-KR" altLang="en-US" dirty="0"/>
              <a:t>소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 가능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빈 프로젝트</a:t>
            </a:r>
            <a:r>
              <a:rPr lang="en-US" altLang="ko-KR" dirty="0" smtClean="0"/>
              <a:t>(II)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25123"/>
            <a:ext cx="3461940" cy="251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763688" y="2025123"/>
            <a:ext cx="432048" cy="611789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987824" y="2025123"/>
            <a:ext cx="360040" cy="30589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972964"/>
            <a:ext cx="4075708" cy="14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62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smtClean="0"/>
              <a:t>clone – </a:t>
            </a:r>
            <a:r>
              <a:rPr lang="ko-KR" altLang="en-US" dirty="0" smtClean="0"/>
              <a:t>이미 존재하는 원격저장소를 연결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프로젝트 생성 시</a:t>
            </a:r>
            <a:r>
              <a:rPr lang="en-US" altLang="ko-KR" dirty="0" smtClean="0"/>
              <a:t>, “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옵션</a:t>
            </a:r>
            <a:r>
              <a:rPr lang="ko-KR" altLang="en-US" dirty="0"/>
              <a:t>을</a:t>
            </a:r>
            <a:r>
              <a:rPr lang="ko-KR" altLang="en-US" dirty="0" smtClean="0"/>
              <a:t> </a:t>
            </a:r>
            <a:r>
              <a:rPr lang="ko-KR" altLang="en-US" dirty="0" smtClean="0"/>
              <a:t>선택한다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필수적으로 빈 폴더를 선택해야 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원격저장소에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prj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파일이 존재해야 정상적으로 원격저장소를 연결하며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존재하지 않다면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prj</a:t>
            </a:r>
            <a:r>
              <a:rPr lang="ko-KR" altLang="en-US" dirty="0" smtClean="0"/>
              <a:t>파일 생성 지시를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받게 된다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Gitclone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628800"/>
            <a:ext cx="4824536" cy="178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23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파일 상태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‘</a:t>
            </a:r>
            <a:r>
              <a:rPr lang="ko-KR" altLang="en-US" dirty="0" smtClean="0"/>
              <a:t>모두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탭에서 프로젝트가 포함된 폴더의 모든 파일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폴더가 나타난다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‘</a:t>
            </a:r>
            <a:r>
              <a:rPr lang="ko-KR" altLang="en-US" dirty="0" smtClean="0"/>
              <a:t>프로젝트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탭에서 </a:t>
            </a:r>
            <a:r>
              <a:rPr lang="ko-KR" altLang="en-US" dirty="0" smtClean="0"/>
              <a:t>프로젝트에 쓰이는 파일이 표시된다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2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파일이 추가되었을 땐 </a:t>
            </a:r>
            <a:r>
              <a:rPr lang="en-US" altLang="ko-KR" dirty="0" smtClean="0"/>
              <a:t>‘+’,  </a:t>
            </a:r>
            <a:r>
              <a:rPr lang="ko-KR" altLang="en-US" dirty="0" smtClean="0"/>
              <a:t>수정되지 않은 상태일 땐 </a:t>
            </a:r>
            <a:r>
              <a:rPr lang="en-US" altLang="ko-KR" dirty="0" smtClean="0"/>
              <a:t>‘</a:t>
            </a:r>
            <a:r>
              <a:rPr lang="ko-KR" altLang="en-US" dirty="0"/>
              <a:t>●</a:t>
            </a:r>
            <a:r>
              <a:rPr lang="en-US" altLang="ko-KR" dirty="0" smtClean="0"/>
              <a:t>’, </a:t>
            </a:r>
            <a:r>
              <a:rPr lang="ko-KR" altLang="en-US" dirty="0" smtClean="0"/>
              <a:t>수정 되었을 땐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■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마크가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표시된다</a:t>
            </a:r>
            <a:r>
              <a:rPr lang="en-US" altLang="ko-KR" dirty="0" smtClean="0"/>
              <a:t>.</a:t>
            </a:r>
          </a:p>
          <a:p>
            <a:pPr lvl="2">
              <a:buSzPct val="100000"/>
            </a:pPr>
            <a:r>
              <a:rPr lang="ko-KR" altLang="en-US" dirty="0" smtClean="0"/>
              <a:t>파일이 수정되면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수정됨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에 </a:t>
            </a:r>
            <a:r>
              <a:rPr lang="ko-KR" altLang="en-US" dirty="0" smtClean="0"/>
              <a:t>파일이 표시된다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상태에 체크표시가 되어있는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파일이 </a:t>
            </a:r>
            <a:r>
              <a:rPr lang="en-US" altLang="ko-KR" dirty="0" smtClean="0"/>
              <a:t>project</a:t>
            </a:r>
            <a:r>
              <a:rPr lang="ko-KR" altLang="en-US" dirty="0" smtClean="0"/>
              <a:t>에 포함되어있는 것이며 </a:t>
            </a:r>
            <a:r>
              <a:rPr lang="en-US" altLang="ko-KR" dirty="0" smtClean="0"/>
              <a:t>project</a:t>
            </a:r>
            <a:r>
              <a:rPr lang="ko-KR" altLang="en-US" dirty="0" smtClean="0"/>
              <a:t>에 포함되지 않은 파일을 포함시키고자 할 경우 파일추가를 해야 한다</a:t>
            </a:r>
            <a:r>
              <a:rPr lang="en-US" altLang="ko-KR" dirty="0" smtClean="0"/>
              <a:t>.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파일상태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0808"/>
            <a:ext cx="27336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56992"/>
            <a:ext cx="3381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5589240"/>
            <a:ext cx="3714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38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Branch</a:t>
            </a:r>
          </a:p>
          <a:p>
            <a:pPr lvl="1">
              <a:buSzPct val="100000"/>
            </a:pPr>
            <a:r>
              <a:rPr lang="ko-KR" altLang="en-US" dirty="0" smtClean="0"/>
              <a:t>수정된 파일을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하면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</a:t>
            </a:r>
            <a:r>
              <a:rPr lang="ko-KR" altLang="en-US" dirty="0" smtClean="0"/>
              <a:t>생성되고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smtClean="0"/>
              <a:t>이를 확인 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3. Branch(I)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87" y="1692677"/>
            <a:ext cx="6128745" cy="476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459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Log</a:t>
            </a:r>
          </a:p>
          <a:p>
            <a:pPr lvl="1">
              <a:buSzPct val="100000"/>
            </a:pPr>
            <a:r>
              <a:rPr lang="en-US" altLang="ko-KR" dirty="0" smtClean="0"/>
              <a:t>Version</a:t>
            </a:r>
            <a:r>
              <a:rPr lang="ko-KR" altLang="en-US" dirty="0" smtClean="0"/>
              <a:t>이 생성된 흐름인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시각적으로 확인 가능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작성자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생성일자</a:t>
            </a:r>
            <a:r>
              <a:rPr lang="en-US" altLang="ko-KR" dirty="0" smtClean="0"/>
              <a:t>, ID</a:t>
            </a:r>
            <a:r>
              <a:rPr lang="ko-KR" altLang="en-US" dirty="0" smtClean="0"/>
              <a:t>를 확인 가능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err="1" smtClean="0"/>
              <a:t>브랜치</a:t>
            </a:r>
            <a:r>
              <a:rPr lang="ko-KR" altLang="en-US" dirty="0" smtClean="0"/>
              <a:t> 브라우저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err="1" smtClean="0"/>
              <a:t>브랜치를</a:t>
            </a:r>
            <a:r>
              <a:rPr lang="ko-KR" altLang="en-US" dirty="0" smtClean="0"/>
              <a:t> 선택하여 전환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병합 할 수 있으며 각각 </a:t>
            </a:r>
            <a:r>
              <a:rPr lang="en-US" altLang="ko-KR" dirty="0" smtClean="0"/>
              <a:t>checkout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기능에 해당한다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포인터가 아닌 특정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checkout</a:t>
            </a:r>
            <a:r>
              <a:rPr lang="ko-KR" altLang="en-US" dirty="0" smtClean="0"/>
              <a:t>이 가능하지만</a:t>
            </a:r>
            <a:r>
              <a:rPr lang="en-US" altLang="ko-KR" dirty="0" smtClean="0"/>
              <a:t>(Detached Checkout) Simulink Project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포인터로만 전환 가능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err="1" smtClean="0"/>
              <a:t>브랜치와</a:t>
            </a:r>
            <a:r>
              <a:rPr lang="ko-KR" altLang="en-US" dirty="0" smtClean="0"/>
              <a:t> 태그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특정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err="1" smtClean="0"/>
              <a:t>브랜치</a:t>
            </a:r>
            <a:r>
              <a:rPr lang="ko-KR" altLang="en-US" dirty="0" smtClean="0"/>
              <a:t> 삭제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삭제하려는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브라우저에서 선택한 후</a:t>
            </a:r>
            <a:r>
              <a:rPr lang="en-US" altLang="ko-KR" dirty="0" smtClean="0"/>
              <a:t>,    </a:t>
            </a:r>
            <a:r>
              <a:rPr lang="ko-KR" altLang="en-US" dirty="0" smtClean="0"/>
              <a:t>아래에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삭제를 클릭하여 삭제할 수 있다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3. Branch(II)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764704"/>
            <a:ext cx="3096344" cy="102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687387"/>
            <a:ext cx="16192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373216"/>
            <a:ext cx="171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37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비교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Simulink</a:t>
            </a:r>
            <a:r>
              <a:rPr lang="ko-KR" altLang="en-US" dirty="0" smtClean="0"/>
              <a:t>에서는 하나의 파일에 대해서만 비교 가능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비교할 모델을 마우스 우 클릭 하여 비교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수정본과 비교를 클릭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로컬 </a:t>
            </a:r>
            <a:r>
              <a:rPr lang="ko-KR" altLang="en-US" dirty="0" smtClean="0"/>
              <a:t>파일과 비교 </a:t>
            </a:r>
            <a:r>
              <a:rPr lang="en-US" altLang="ko-KR" dirty="0" smtClean="0"/>
              <a:t>: Commit</a:t>
            </a:r>
            <a:r>
              <a:rPr lang="ko-KR" altLang="en-US" dirty="0" smtClean="0"/>
              <a:t>되었던 모델과 현재 로컬 파일을 비교 가능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선택한 파일 비교 </a:t>
            </a:r>
            <a:r>
              <a:rPr lang="en-US" altLang="ko-KR" dirty="0" smtClean="0"/>
              <a:t>: Commit 2</a:t>
            </a:r>
            <a:r>
              <a:rPr lang="ko-KR" altLang="en-US" dirty="0" smtClean="0"/>
              <a:t>개를 선택 할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</a:t>
            </a:r>
            <a:r>
              <a:rPr lang="en-US" altLang="ko-KR" dirty="0" smtClean="0"/>
              <a:t>version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파일을 비교 할 수도 있음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비교</a:t>
            </a:r>
            <a:r>
              <a:rPr lang="en-US" altLang="ko-KR" dirty="0" smtClean="0"/>
              <a:t>(I)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2055741"/>
            <a:ext cx="4032447" cy="3101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50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현재 파일을 </a:t>
            </a:r>
            <a:r>
              <a:rPr lang="en-US" altLang="ko-KR" dirty="0" smtClean="0"/>
              <a:t>Mine, </a:t>
            </a:r>
            <a:r>
              <a:rPr lang="ko-KR" altLang="en-US" dirty="0" smtClean="0"/>
              <a:t>이전 </a:t>
            </a:r>
            <a:r>
              <a:rPr lang="en-US" altLang="ko-KR" dirty="0" smtClean="0"/>
              <a:t>version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Revison</a:t>
            </a:r>
            <a:r>
              <a:rPr lang="ko-KR" altLang="en-US" dirty="0" smtClean="0"/>
              <a:t>으로 표시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왼쪽 </a:t>
            </a:r>
            <a:r>
              <a:rPr lang="en-US" altLang="ko-KR" dirty="0" smtClean="0"/>
              <a:t>component tree</a:t>
            </a:r>
            <a:r>
              <a:rPr lang="ko-KR" altLang="en-US" dirty="0" smtClean="0"/>
              <a:t>에는 해당 </a:t>
            </a:r>
            <a:r>
              <a:rPr lang="en-US" altLang="ko-KR" dirty="0" smtClean="0"/>
              <a:t>component</a:t>
            </a:r>
            <a:r>
              <a:rPr lang="ko-KR" altLang="en-US" dirty="0" smtClean="0"/>
              <a:t>에 대한 정보가 표시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component tree</a:t>
            </a:r>
            <a:r>
              <a:rPr lang="ko-KR" altLang="en-US" dirty="0" smtClean="0"/>
              <a:t>는 기본적으로 비기능적 변경사항이 </a:t>
            </a:r>
            <a:r>
              <a:rPr lang="en-US" altLang="ko-KR" dirty="0" smtClean="0"/>
              <a:t>filtering</a:t>
            </a:r>
            <a:r>
              <a:rPr lang="ko-KR" altLang="en-US" dirty="0" smtClean="0"/>
              <a:t>되어있어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변경사항만 </a:t>
            </a:r>
            <a:r>
              <a:rPr lang="en-US" altLang="ko-KR" dirty="0" smtClean="0"/>
              <a:t>highlight</a:t>
            </a:r>
            <a:r>
              <a:rPr lang="ko-KR" altLang="en-US" dirty="0" smtClean="0"/>
              <a:t>로 표시되어 있음 </a:t>
            </a:r>
            <a:r>
              <a:rPr lang="en-US" altLang="ko-KR" dirty="0" smtClean="0"/>
              <a:t>(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FILTER</a:t>
            </a:r>
            <a:r>
              <a:rPr lang="ko-KR" altLang="en-US" dirty="0" smtClean="0"/>
              <a:t>에서 설정 가능</a:t>
            </a:r>
            <a:r>
              <a:rPr lang="en-US" altLang="ko-KR" dirty="0" smtClean="0"/>
              <a:t>)</a:t>
            </a:r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비교</a:t>
            </a:r>
            <a:r>
              <a:rPr lang="en-US" altLang="ko-KR" dirty="0" smtClean="0"/>
              <a:t>(II)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7221387" cy="4290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943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Highlight </a:t>
            </a:r>
            <a:r>
              <a:rPr lang="ko-KR" altLang="en-US" dirty="0" smtClean="0"/>
              <a:t>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파란색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추가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보라색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수정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주황색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삭제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왼쪽 </a:t>
            </a:r>
            <a:r>
              <a:rPr lang="en-US" altLang="ko-KR" dirty="0" smtClean="0"/>
              <a:t>Tree</a:t>
            </a:r>
            <a:r>
              <a:rPr lang="ko-KR" altLang="en-US" dirty="0" smtClean="0"/>
              <a:t>에서 특정 </a:t>
            </a:r>
            <a:r>
              <a:rPr lang="en-US" altLang="ko-KR" dirty="0" smtClean="0"/>
              <a:t>component</a:t>
            </a:r>
            <a:r>
              <a:rPr lang="ko-KR" altLang="en-US" dirty="0" smtClean="0"/>
              <a:t>를 클릭하면 오른쪽 모델에 </a:t>
            </a:r>
            <a:r>
              <a:rPr lang="ko-KR" altLang="en-US" dirty="0" smtClean="0"/>
              <a:t>강조됨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비교</a:t>
            </a:r>
            <a:r>
              <a:rPr lang="en-US" altLang="ko-KR" dirty="0" smtClean="0"/>
              <a:t>(III)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7221387" cy="4290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64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Revert</a:t>
            </a:r>
          </a:p>
          <a:p>
            <a:pPr lvl="1">
              <a:buSzPct val="100000"/>
            </a:pPr>
            <a:r>
              <a:rPr lang="en-US" altLang="ko-KR" dirty="0" smtClean="0"/>
              <a:t>Revert</a:t>
            </a:r>
            <a:r>
              <a:rPr lang="ko-KR" altLang="en-US" dirty="0" smtClean="0"/>
              <a:t>하고자 하는 모델을 </a:t>
            </a:r>
            <a:r>
              <a:rPr lang="ko-KR" altLang="en-US" dirty="0" err="1" smtClean="0"/>
              <a:t>우클릭하여</a:t>
            </a:r>
            <a:r>
              <a:rPr lang="ko-KR" altLang="en-US" dirty="0" smtClean="0"/>
              <a:t> 소스컨트롤</a:t>
            </a:r>
            <a:r>
              <a:rPr lang="en-US" altLang="ko-KR" dirty="0" smtClean="0"/>
              <a:t>-&gt; ‘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을 사용하여 되돌리기</a:t>
            </a:r>
            <a:r>
              <a:rPr lang="en-US" altLang="ko-KR" dirty="0" smtClean="0"/>
              <a:t>’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Commit log</a:t>
            </a:r>
            <a:r>
              <a:rPr lang="ko-KR" altLang="en-US" dirty="0" smtClean="0"/>
              <a:t>에서 </a:t>
            </a:r>
            <a:r>
              <a:rPr lang="ko-KR" altLang="en-US" dirty="0" err="1" smtClean="0"/>
              <a:t>수정본</a:t>
            </a:r>
            <a:r>
              <a:rPr lang="ko-KR" altLang="en-US" dirty="0" smtClean="0"/>
              <a:t> 선택 및 되돌리기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이전 버전을 단순 확인만 한 후</a:t>
            </a:r>
            <a:r>
              <a:rPr lang="en-US" altLang="ko-KR" dirty="0" smtClean="0"/>
              <a:t>,</a:t>
            </a:r>
            <a:r>
              <a:rPr lang="ko-KR" altLang="en-US" dirty="0" smtClean="0"/>
              <a:t> 다시 현재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가 위치한 버전으로 되돌리거나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                            를 사용하여 복원할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이전 버전으로 변경하거나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버전으로부터 수정하여 변경하고 싶은 경우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실행하여 </a:t>
            </a:r>
            <a:r>
              <a:rPr lang="en-US" altLang="ko-KR" dirty="0" smtClean="0"/>
              <a:t>version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update </a:t>
            </a:r>
            <a:r>
              <a:rPr lang="ko-KR" altLang="en-US" dirty="0" smtClean="0"/>
              <a:t>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전체 </a:t>
            </a:r>
            <a:r>
              <a:rPr lang="en-US" altLang="ko-KR" dirty="0" smtClean="0"/>
              <a:t>Simulink project</a:t>
            </a:r>
            <a:r>
              <a:rPr lang="ko-KR" altLang="en-US" dirty="0" smtClean="0"/>
              <a:t>를 특정 버전으로 되돌리는 기능은 없으</a:t>
            </a:r>
            <a:r>
              <a:rPr lang="ko-KR" altLang="en-US" dirty="0"/>
              <a:t>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하나의 파일만 되돌릴 수 있다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5. Revert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92896"/>
            <a:ext cx="14954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11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Merge</a:t>
            </a:r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Master branch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test_branch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하고자 할 때</a:t>
            </a:r>
            <a:r>
              <a:rPr lang="en-US" altLang="ko-KR" dirty="0" smtClean="0"/>
              <a:t>, HEAD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에 위치시킴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err="1" smtClean="0"/>
              <a:t>브랜치</a:t>
            </a:r>
            <a:r>
              <a:rPr lang="ko-KR" altLang="en-US" dirty="0" smtClean="0"/>
              <a:t> 브라우저에서 </a:t>
            </a:r>
            <a:r>
              <a:rPr lang="en-US" altLang="ko-KR" dirty="0" err="1" smtClean="0"/>
              <a:t>test_branch</a:t>
            </a:r>
            <a:r>
              <a:rPr lang="ko-KR" altLang="en-US" dirty="0" smtClean="0"/>
              <a:t>선택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병합 실행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충돌이 발생하면 아래와 같이 오류 창이 발생하고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와 비교했을 때 두 </a:t>
            </a:r>
            <a:r>
              <a:rPr lang="en-US" altLang="ko-KR" dirty="0" smtClean="0"/>
              <a:t>branch</a:t>
            </a:r>
            <a:r>
              <a:rPr lang="ko-KR" altLang="en-US" dirty="0"/>
              <a:t> </a:t>
            </a:r>
            <a:r>
              <a:rPr lang="ko-KR" altLang="en-US" dirty="0" smtClean="0"/>
              <a:t>모두 변경되어 충돌이 발생하였다고 </a:t>
            </a:r>
            <a:r>
              <a:rPr lang="ko-KR" altLang="en-US" dirty="0" smtClean="0"/>
              <a:t>표시된다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Simulink </a:t>
            </a:r>
            <a:r>
              <a:rPr lang="ko-KR" altLang="en-US" dirty="0"/>
              <a:t>또한 </a:t>
            </a:r>
            <a:r>
              <a:rPr lang="en-US" altLang="ko-KR" dirty="0"/>
              <a:t>3-way merge </a:t>
            </a:r>
            <a:r>
              <a:rPr lang="ko-KR" altLang="en-US" dirty="0"/>
              <a:t>기능을 </a:t>
            </a:r>
            <a:r>
              <a:rPr lang="ko-KR" altLang="en-US" dirty="0" smtClean="0"/>
              <a:t>수행</a:t>
            </a:r>
            <a:r>
              <a:rPr lang="en-US" altLang="ko-KR" dirty="0" smtClean="0"/>
              <a:t>)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Merge(I)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33909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64" y="3894693"/>
            <a:ext cx="2886844" cy="133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220" y="3933056"/>
            <a:ext cx="28479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34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충돌 처리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충돌이 일어난 파일을 </a:t>
            </a:r>
            <a:r>
              <a:rPr lang="ko-KR" altLang="en-US" dirty="0" err="1" smtClean="0"/>
              <a:t>우클릭하여</a:t>
            </a:r>
            <a:r>
              <a:rPr lang="ko-KR" altLang="en-US" dirty="0" smtClean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충돌보기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충돌보기를 수행하면 </a:t>
            </a:r>
            <a:r>
              <a:rPr lang="en-US" altLang="ko-KR" dirty="0" smtClean="0"/>
              <a:t>Simulink</a:t>
            </a:r>
            <a:r>
              <a:rPr lang="ko-KR" altLang="en-US" dirty="0" smtClean="0"/>
              <a:t>에서 자동으로 충돌 처리를 수행하지만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개발자의 의도와 맞는지 확인해야 함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Merge(II)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0889"/>
            <a:ext cx="914399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72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SzPct val="100000"/>
              <a:buNone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Head</a:t>
            </a:r>
            <a:r>
              <a:rPr lang="ko-KR" altLang="en-US" dirty="0" smtClean="0"/>
              <a:t>에 있던 파일 </a:t>
            </a:r>
            <a:r>
              <a:rPr lang="en-US" altLang="ko-KR" dirty="0" smtClean="0"/>
              <a:t>Mine, </a:t>
            </a:r>
            <a:r>
              <a:rPr lang="ko-KR" altLang="en-US" dirty="0" smtClean="0"/>
              <a:t>나머지 파일을 </a:t>
            </a:r>
            <a:r>
              <a:rPr lang="en-US" altLang="ko-KR" dirty="0" smtClean="0"/>
              <a:t>Theirs</a:t>
            </a:r>
            <a:r>
              <a:rPr lang="ko-KR" altLang="en-US" dirty="0" smtClean="0"/>
              <a:t>로 표시됨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오른쪽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은 기본적으로 </a:t>
            </a:r>
            <a:r>
              <a:rPr lang="en-US" altLang="ko-KR" dirty="0" smtClean="0"/>
              <a:t>top model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theirs, </a:t>
            </a:r>
            <a:r>
              <a:rPr lang="en-US" altLang="ko-KR" dirty="0" err="1" smtClean="0"/>
              <a:t>buttom</a:t>
            </a:r>
            <a:r>
              <a:rPr lang="en-US" altLang="ko-KR" dirty="0" smtClean="0"/>
              <a:t> model</a:t>
            </a:r>
            <a:r>
              <a:rPr lang="ko-KR" altLang="en-US" dirty="0" smtClean="0"/>
              <a:t>이 </a:t>
            </a:r>
            <a:r>
              <a:rPr lang="en-US" altLang="ko-KR" dirty="0" err="1" smtClean="0"/>
              <a:t>targerfile</a:t>
            </a:r>
            <a:r>
              <a:rPr lang="en-US" altLang="ko-KR" dirty="0" smtClean="0"/>
              <a:t>(merge </a:t>
            </a:r>
            <a:r>
              <a:rPr lang="ko-KR" altLang="en-US" dirty="0" smtClean="0"/>
              <a:t>결과 파일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설정되며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highlight</a:t>
            </a:r>
            <a:r>
              <a:rPr lang="ko-KR" altLang="en-US" dirty="0" smtClean="0"/>
              <a:t>에서 설정가능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Merge(III)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82" y="595794"/>
            <a:ext cx="914399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733256"/>
            <a:ext cx="29337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11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179512" y="747830"/>
            <a:ext cx="8482356" cy="5387542"/>
          </a:xfrm>
        </p:spPr>
        <p:txBody>
          <a:bodyPr/>
          <a:lstStyle/>
          <a:p>
            <a:pPr marL="0" indent="0">
              <a:buSzPct val="100000"/>
              <a:buNone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충돌 보기를 하였을 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simulink</a:t>
            </a:r>
            <a:r>
              <a:rPr lang="ko-KR" altLang="en-US" dirty="0" smtClean="0"/>
              <a:t>에서 자동으로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해결한 </a:t>
            </a:r>
            <a:r>
              <a:rPr lang="en-US" altLang="ko-KR" dirty="0" smtClean="0"/>
              <a:t>target file</a:t>
            </a:r>
            <a:r>
              <a:rPr lang="ko-KR" altLang="en-US" dirty="0" smtClean="0"/>
              <a:t>이 위 그림과 같다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3-way merge</a:t>
            </a:r>
            <a:r>
              <a:rPr lang="ko-KR" altLang="en-US" dirty="0" smtClean="0"/>
              <a:t>를 사용하여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와 모두 다른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component</a:t>
            </a:r>
            <a:r>
              <a:rPr lang="ko-KR" altLang="en-US" dirty="0" smtClean="0"/>
              <a:t>에 대해서 랜덤적으로 선택한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결과이다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en-US" altLang="ko-KR" dirty="0" smtClean="0"/>
              <a:t>Merge(</a:t>
            </a:r>
            <a:r>
              <a:rPr lang="en-US" altLang="ko-KR" dirty="0" smtClean="0"/>
              <a:t>IV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659025"/>
            <a:ext cx="3923928" cy="5756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25633" y="6088759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Theirs / Mine files</a:t>
            </a:r>
            <a:endParaRPr lang="ko-KR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75292"/>
            <a:ext cx="46291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195736" y="244289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Target file</a:t>
            </a:r>
            <a:endParaRPr lang="ko-KR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6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SzPct val="100000"/>
              <a:buNone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개발자의 의도에 맞게 </a:t>
            </a:r>
            <a:r>
              <a:rPr lang="en-US" altLang="ko-KR" dirty="0" smtClean="0"/>
              <a:t>target</a:t>
            </a:r>
            <a:r>
              <a:rPr lang="ko-KR" altLang="en-US" dirty="0"/>
              <a:t>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Mine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Theirs</a:t>
            </a:r>
            <a:r>
              <a:rPr lang="ko-KR" altLang="en-US" dirty="0" smtClean="0"/>
              <a:t>중</a:t>
            </a:r>
            <a:r>
              <a:rPr lang="ko-KR" altLang="en-US" dirty="0"/>
              <a:t>에</a:t>
            </a:r>
            <a:r>
              <a:rPr lang="ko-KR" altLang="en-US" dirty="0" smtClean="0"/>
              <a:t> 어떤 변경사항을 채택할 지 선택할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직접 오른쪽의 </a:t>
            </a:r>
            <a:r>
              <a:rPr lang="en-US" altLang="ko-KR" dirty="0" smtClean="0"/>
              <a:t>target</a:t>
            </a:r>
            <a:r>
              <a:rPr lang="ko-KR" altLang="en-US" dirty="0"/>
              <a:t>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을 수정하여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할 수도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Target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수정을 한 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적용 후 닫기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를</a:t>
            </a:r>
            <a:r>
              <a:rPr lang="en-US" altLang="ko-KR" dirty="0"/>
              <a:t> 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를 완료하면 </a:t>
            </a:r>
            <a:r>
              <a:rPr lang="en-US" altLang="ko-KR" dirty="0" smtClean="0"/>
              <a:t>commit</a:t>
            </a:r>
            <a:r>
              <a:rPr lang="ko-KR" altLang="en-US" dirty="0"/>
              <a:t> </a:t>
            </a:r>
            <a:r>
              <a:rPr lang="ko-KR" altLang="en-US" dirty="0" smtClean="0"/>
              <a:t>준비가 됨</a:t>
            </a:r>
            <a:r>
              <a:rPr lang="en-US" altLang="ko-KR" dirty="0" smtClean="0"/>
              <a:t>.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en-US" altLang="ko-KR" dirty="0" smtClean="0"/>
              <a:t>Merge(V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-7182" y="595794"/>
            <a:ext cx="9143999" cy="4104456"/>
            <a:chOff x="-7182" y="595794"/>
            <a:chExt cx="9143999" cy="4104456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182" y="595794"/>
              <a:ext cx="9143999" cy="410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2411760" y="2852936"/>
              <a:ext cx="864096" cy="1800200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979712" y="6192465"/>
            <a:ext cx="2141232" cy="146947"/>
            <a:chOff x="918600" y="6165303"/>
            <a:chExt cx="2141232" cy="146947"/>
          </a:xfrm>
        </p:grpSpPr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600" y="6165303"/>
              <a:ext cx="2141232" cy="146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918600" y="6165303"/>
              <a:ext cx="2141232" cy="146947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62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Merge </a:t>
            </a:r>
            <a:r>
              <a:rPr lang="ko-KR" altLang="en-US" dirty="0" smtClean="0"/>
              <a:t>결과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en-US" altLang="ko-KR" dirty="0" smtClean="0"/>
              <a:t>Merge(VI)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" y="1340768"/>
            <a:ext cx="9144000" cy="430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66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Stash</a:t>
            </a:r>
          </a:p>
          <a:p>
            <a:pPr lvl="1">
              <a:buSzPct val="100000"/>
            </a:pPr>
            <a:r>
              <a:rPr lang="ko-KR" altLang="en-US" dirty="0" smtClean="0"/>
              <a:t>현재 </a:t>
            </a:r>
            <a:r>
              <a:rPr lang="en-US" altLang="ko-KR" dirty="0" smtClean="0"/>
              <a:t>working area</a:t>
            </a:r>
            <a:r>
              <a:rPr lang="ko-KR" altLang="en-US" dirty="0" smtClean="0"/>
              <a:t>에 존재하는 변경 사항을 임시 저장하여 이후에 불러올 수 있는 기능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현재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에서 작업을 진행하다가 다른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로 이동하는 경우에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변경내용을 잃는 것을 원하지 않을 때나 현재 작업 내용을 다른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에서도 사용하고 싶을 때 용이함</a:t>
            </a:r>
            <a:endParaRPr lang="en-US" altLang="ko-KR" dirty="0" smtClean="0"/>
          </a:p>
          <a:p>
            <a:pPr marL="455612" lvl="1" indent="0">
              <a:buSzPct val="100000"/>
              <a:buNone/>
            </a:pPr>
            <a:endParaRPr lang="en-US" altLang="ko-KR" dirty="0" smtClean="0"/>
          </a:p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변경 사항이 있을 때 </a:t>
            </a:r>
            <a:r>
              <a:rPr lang="en-US" altLang="ko-KR" dirty="0" smtClean="0"/>
              <a:t>stash</a:t>
            </a:r>
            <a:r>
              <a:rPr lang="ko-KR" altLang="en-US" dirty="0" smtClean="0"/>
              <a:t>를 생성하면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가능한 </a:t>
            </a:r>
            <a:r>
              <a:rPr lang="ko-KR" altLang="en-US" dirty="0" err="1" smtClean="0"/>
              <a:t>스태시</a:t>
            </a:r>
            <a:r>
              <a:rPr lang="en-US" altLang="ko-KR" dirty="0" smtClean="0"/>
              <a:t>’ (stash list)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stash</a:t>
            </a:r>
            <a:r>
              <a:rPr lang="ko-KR" altLang="en-US" dirty="0" smtClean="0"/>
              <a:t>가 저장되고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local </a:t>
            </a:r>
            <a:r>
              <a:rPr lang="ko-KR" altLang="en-US" dirty="0" smtClean="0"/>
              <a:t>파일들은 변경되기 전으로 복원된다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수정 사항에 파일들이 표시되며 파일을 </a:t>
            </a:r>
            <a:r>
              <a:rPr lang="ko-KR" altLang="en-US" dirty="0" err="1" smtClean="0"/>
              <a:t>우클릭하여</a:t>
            </a:r>
            <a:r>
              <a:rPr lang="ko-KR" altLang="en-US" dirty="0" smtClean="0"/>
              <a:t> 현재 </a:t>
            </a:r>
            <a:r>
              <a:rPr lang="en-US" altLang="ko-KR" dirty="0" smtClean="0"/>
              <a:t>local </a:t>
            </a:r>
            <a:r>
              <a:rPr lang="ko-KR" altLang="en-US" dirty="0" smtClean="0"/>
              <a:t>파일과 비교를 할 수도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7. Stash(I)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714997" y="3237731"/>
            <a:ext cx="2505075" cy="695325"/>
            <a:chOff x="683568" y="3212975"/>
            <a:chExt cx="2505075" cy="695325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212975"/>
              <a:ext cx="2505075" cy="695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2411760" y="3560637"/>
              <a:ext cx="776883" cy="22840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960" y="3208036"/>
            <a:ext cx="3944552" cy="18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15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SzPct val="100000"/>
              <a:buNone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팝 </a:t>
            </a:r>
            <a:r>
              <a:rPr lang="en-US" altLang="ko-KR" dirty="0" smtClean="0"/>
              <a:t>: stash</a:t>
            </a:r>
            <a:r>
              <a:rPr lang="ko-KR" altLang="en-US" dirty="0" smtClean="0"/>
              <a:t>된 변경 사항을 파일 시스템에 적용하고 </a:t>
            </a:r>
            <a:r>
              <a:rPr lang="en-US" altLang="ko-KR" dirty="0" smtClean="0"/>
              <a:t>stash list</a:t>
            </a:r>
            <a:r>
              <a:rPr lang="ko-KR" altLang="en-US" dirty="0" smtClean="0"/>
              <a:t>에서 제거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적용 </a:t>
            </a:r>
            <a:r>
              <a:rPr lang="en-US" altLang="ko-KR" dirty="0" smtClean="0"/>
              <a:t>: stash</a:t>
            </a:r>
            <a:r>
              <a:rPr lang="ko-KR" altLang="en-US" dirty="0" smtClean="0"/>
              <a:t>된 변경 사항을 파일 시스템에 적용하고 </a:t>
            </a:r>
            <a:r>
              <a:rPr lang="en-US" altLang="ko-KR" dirty="0" smtClean="0"/>
              <a:t>stash</a:t>
            </a:r>
            <a:r>
              <a:rPr lang="ko-KR" altLang="en-US" dirty="0" smtClean="0"/>
              <a:t>유지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err="1" smtClean="0"/>
              <a:t>드롭</a:t>
            </a:r>
            <a:r>
              <a:rPr lang="ko-KR" altLang="en-US" dirty="0" smtClean="0"/>
              <a:t> </a:t>
            </a:r>
            <a:r>
              <a:rPr lang="en-US" altLang="ko-KR" dirty="0" smtClean="0"/>
              <a:t>: stash list</a:t>
            </a:r>
            <a:r>
              <a:rPr lang="ko-KR" altLang="en-US" dirty="0" smtClean="0"/>
              <a:t>에서 해당 </a:t>
            </a:r>
            <a:r>
              <a:rPr lang="en-US" altLang="ko-KR" dirty="0" smtClean="0"/>
              <a:t>stash</a:t>
            </a:r>
            <a:r>
              <a:rPr lang="ko-KR" altLang="en-US" dirty="0" smtClean="0"/>
              <a:t>삭제</a:t>
            </a:r>
            <a:endParaRPr lang="en-US" altLang="ko-KR" dirty="0" smtClean="0"/>
          </a:p>
          <a:p>
            <a:pPr marL="455612" lvl="1" indent="0">
              <a:buSzPct val="100000"/>
              <a:buNone/>
            </a:pPr>
            <a:endParaRPr lang="en-US" altLang="ko-KR" dirty="0" smtClean="0"/>
          </a:p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7. Stash(II)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611560" y="1351037"/>
            <a:ext cx="3944552" cy="1861939"/>
            <a:chOff x="611560" y="1351037"/>
            <a:chExt cx="3944552" cy="1861939"/>
          </a:xfrm>
        </p:grpSpPr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351037"/>
              <a:ext cx="3944552" cy="18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3419872" y="2420888"/>
              <a:ext cx="1136240" cy="216024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28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Fetch</a:t>
            </a:r>
          </a:p>
          <a:p>
            <a:pPr lvl="1">
              <a:buSzPct val="100000"/>
            </a:pPr>
            <a:r>
              <a:rPr lang="ko-KR" altLang="en-US" dirty="0" smtClean="0"/>
              <a:t>연결된 원격 저장소에서 파일들을 불러</a:t>
            </a:r>
            <a:r>
              <a:rPr lang="ko-KR" altLang="en-US" dirty="0"/>
              <a:t>옴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Local branch</a:t>
            </a:r>
            <a:r>
              <a:rPr lang="ko-KR" altLang="en-US" dirty="0" smtClean="0"/>
              <a:t>가 가리키는 곳은 변경되지 않고</a:t>
            </a:r>
            <a:r>
              <a:rPr lang="en-US" altLang="ko-KR" dirty="0" smtClean="0"/>
              <a:t>, remote branch</a:t>
            </a:r>
            <a:r>
              <a:rPr lang="ko-KR" altLang="en-US" dirty="0" smtClean="0"/>
              <a:t>만 </a:t>
            </a:r>
            <a:r>
              <a:rPr lang="en-US" altLang="ko-KR" dirty="0" smtClean="0"/>
              <a:t>update</a:t>
            </a:r>
          </a:p>
          <a:p>
            <a:pPr>
              <a:buSzPct val="100000"/>
            </a:pPr>
            <a:r>
              <a:rPr lang="en-US" altLang="ko-KR" dirty="0" smtClean="0"/>
              <a:t>Push</a:t>
            </a:r>
          </a:p>
          <a:p>
            <a:pPr lvl="1">
              <a:buSzPct val="100000"/>
            </a:pPr>
            <a:r>
              <a:rPr lang="en-US" altLang="ko-KR" dirty="0" smtClean="0"/>
              <a:t>Local</a:t>
            </a:r>
            <a:r>
              <a:rPr lang="ko-KR" altLang="en-US" dirty="0" smtClean="0"/>
              <a:t>에서 수정된 사항들을 원격저장소에 저장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위와 같이 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의 계정 정보를 입력하면 </a:t>
            </a:r>
            <a:r>
              <a:rPr lang="en-US" altLang="ko-KR" dirty="0" smtClean="0"/>
              <a:t>push</a:t>
            </a:r>
            <a:r>
              <a:rPr lang="ko-KR" altLang="en-US" dirty="0" smtClean="0"/>
              <a:t>가 수행 되고 </a:t>
            </a:r>
            <a:r>
              <a:rPr lang="en-US" altLang="ko-KR" dirty="0" smtClean="0"/>
              <a:t>origin/master</a:t>
            </a:r>
            <a:r>
              <a:rPr lang="ko-KR" altLang="en-US" dirty="0" smtClean="0"/>
              <a:t>가 해당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가리킴</a:t>
            </a:r>
            <a:endParaRPr lang="en-US" altLang="ko-KR" dirty="0"/>
          </a:p>
          <a:p>
            <a:pPr>
              <a:buSzPct val="100000"/>
            </a:pPr>
            <a:r>
              <a:rPr lang="en-US" altLang="ko-KR" dirty="0" smtClean="0"/>
              <a:t>Pull</a:t>
            </a:r>
          </a:p>
          <a:p>
            <a:pPr lvl="1">
              <a:buSzPct val="100000"/>
            </a:pPr>
            <a:r>
              <a:rPr lang="ko-KR" altLang="en-US" dirty="0" smtClean="0"/>
              <a:t>원격저장소로부터 파일들을 불러오면서 현재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병합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Pull = Fetch + Merge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en-US" altLang="ko-KR" dirty="0" smtClean="0"/>
              <a:t>. Fetch, Push, Pull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745183"/>
            <a:ext cx="11049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25" y="2975950"/>
            <a:ext cx="2016224" cy="1029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3347864" y="3047958"/>
            <a:ext cx="2838450" cy="829047"/>
            <a:chOff x="3347864" y="3047958"/>
            <a:chExt cx="2838450" cy="829047"/>
          </a:xfrm>
        </p:grpSpPr>
        <p:pic>
          <p:nvPicPr>
            <p:cNvPr id="11268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21"/>
            <a:stretch/>
          </p:blipFill>
          <p:spPr bwMode="auto">
            <a:xfrm>
              <a:off x="3347864" y="3047958"/>
              <a:ext cx="2718639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6914" y="3696030"/>
              <a:ext cx="281940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직선 화살표 연결선 4"/>
            <p:cNvCxnSpPr/>
            <p:nvPr/>
          </p:nvCxnSpPr>
          <p:spPr>
            <a:xfrm>
              <a:off x="4716016" y="326398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953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Tag</a:t>
            </a:r>
          </a:p>
          <a:p>
            <a:pPr lvl="1">
              <a:buSzPct val="100000"/>
            </a:pPr>
            <a:r>
              <a:rPr lang="en-US" altLang="ko-KR" dirty="0" smtClean="0"/>
              <a:t>Simulink</a:t>
            </a:r>
            <a:r>
              <a:rPr lang="ko-KR" altLang="en-US" dirty="0" smtClean="0"/>
              <a:t>에서 생성한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하여도 원격저장소에 저장되지 않는다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Simulink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삭제할 수 없다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‘list’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생성하고 해당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Simulink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을 하여 불러온 후</a:t>
            </a:r>
            <a:r>
              <a:rPr lang="en-US" altLang="ko-KR" dirty="0" smtClean="0"/>
              <a:t>, ‘another’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생성하였을 때 위와 같이 서로 다른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가 존재하게 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원격 저장소로부터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한 상태에서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를 통해 해당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원격저장소에서 삭제하여도 </a:t>
            </a:r>
            <a:r>
              <a:rPr lang="en-US" altLang="ko-KR" dirty="0" err="1" smtClean="0"/>
              <a:t>simulink</a:t>
            </a:r>
            <a:r>
              <a:rPr lang="ko-KR" altLang="en-US" dirty="0" smtClean="0"/>
              <a:t>에서 삭제된 사실이 반영되지 않는다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위의 예를 들었을 때</a:t>
            </a:r>
            <a:r>
              <a:rPr lang="en-US" altLang="ko-KR" dirty="0" smtClean="0"/>
              <a:t>, ‘list’ tag</a:t>
            </a:r>
            <a:r>
              <a:rPr lang="ko-KR" altLang="en-US" dirty="0" smtClean="0"/>
              <a:t>를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를 통해 원격저장소로부터 삭제를 한 후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simulink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을 하여도 </a:t>
            </a:r>
            <a:r>
              <a:rPr lang="en-US" altLang="ko-KR" dirty="0" err="1" smtClean="0"/>
              <a:t>simulink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‘list’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는 삭제되지 않는다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 smtClean="0"/>
          </a:p>
          <a:p>
            <a:pPr marL="0" indent="0">
              <a:buSzPct val="100000"/>
              <a:buNone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결론적으로</a:t>
            </a:r>
            <a:r>
              <a:rPr lang="en-US" altLang="ko-KR" dirty="0" smtClean="0"/>
              <a:t>, Simulink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사용하기보단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사용하는 것이 좋으며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한번 </a:t>
            </a:r>
            <a:r>
              <a:rPr lang="en-US" altLang="ko-KR" dirty="0" smtClean="0"/>
              <a:t>push</a:t>
            </a:r>
            <a:r>
              <a:rPr lang="ko-KR" altLang="en-US" dirty="0" smtClean="0"/>
              <a:t>된 </a:t>
            </a:r>
            <a:r>
              <a:rPr lang="en-US" altLang="ko-KR" dirty="0" smtClean="0"/>
              <a:t>tag</a:t>
            </a:r>
            <a:r>
              <a:rPr lang="ko-KR" altLang="en-US" dirty="0" smtClean="0"/>
              <a:t>를 수정하면 </a:t>
            </a:r>
            <a:r>
              <a:rPr lang="en-US" altLang="ko-KR" dirty="0" smtClean="0"/>
              <a:t>Simulink</a:t>
            </a:r>
            <a:r>
              <a:rPr lang="ko-KR" altLang="en-US" dirty="0" smtClean="0"/>
              <a:t>에서 삭제는 반영이 되지 않고 추가만 되기 때문에 주의할 필요가 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en-US" altLang="ko-KR" smtClean="0"/>
              <a:t>. Tag </a:t>
            </a:r>
            <a:r>
              <a:rPr lang="ko-KR" altLang="en-US" smtClean="0"/>
              <a:t>유의사항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592" y="1944836"/>
            <a:ext cx="26955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437112"/>
            <a:ext cx="6705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그룹 14"/>
          <p:cNvGrpSpPr/>
          <p:nvPr/>
        </p:nvGrpSpPr>
        <p:grpSpPr>
          <a:xfrm>
            <a:off x="971600" y="4725144"/>
            <a:ext cx="7067550" cy="457200"/>
            <a:chOff x="971600" y="4725144"/>
            <a:chExt cx="7067550" cy="457200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4725144"/>
              <a:ext cx="7067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" name="직선 연결선 12"/>
            <p:cNvCxnSpPr/>
            <p:nvPr/>
          </p:nvCxnSpPr>
          <p:spPr>
            <a:xfrm>
              <a:off x="6228184" y="5085184"/>
              <a:ext cx="50405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177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618</TotalTime>
  <Words>1069</Words>
  <Application>Microsoft Office PowerPoint</Application>
  <PresentationFormat>화면 슬라이드 쇼(4:3)</PresentationFormat>
  <Paragraphs>235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100</cp:revision>
  <dcterms:created xsi:type="dcterms:W3CDTF">2019-12-31T00:27:19Z</dcterms:created>
  <dcterms:modified xsi:type="dcterms:W3CDTF">2020-01-02T08:24:44Z</dcterms:modified>
</cp:coreProperties>
</file>